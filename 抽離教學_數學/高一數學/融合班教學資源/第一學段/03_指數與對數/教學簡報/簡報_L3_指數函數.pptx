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指數函數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3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帶走一句：指數函數永遠過 (0, 1)，而且永遠大過 0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一張紙摺 30 次，有幾厚？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a</a:t>
            </a:r>
            <a:pPr algn="l" indent="0" marL="0">
              <a:buNone/>
            </a:pPr>
            <a:r>
              <a:rPr lang="en-US" sz="23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條線係咩樣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底數大過 1 定細過 1，走勢唔同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一張紙摺 30 次，有幾厚？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摺 1 次 2 層，摺 2 次 4 層，摺 3 次 8 層 —— 摺 x 次就係 2</a:t>
            </a:r>
            <a:pPr algn="l" indent="0" marL="0"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層。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摺 30 次超過 10 萬米，比珠峰仲高。呢種爆炸式增長，就係指數函數。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轉換點：猜一猜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由摺紙到函數式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摺 1 次 → 2 層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摺 2 次 → 4 層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摺 3 次 → 8 層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每摺多一次，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層數乘多個 2。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70398" y="4357116"/>
            <a:ext cx="1211580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5591556" y="2176272"/>
            <a:ext cx="0" cy="242316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07658" y="44119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82996" y="21396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層數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62372" y="43936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5833872" y="4328038"/>
            <a:ext cx="0" cy="58156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05272" y="44302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6076188" y="4328038"/>
            <a:ext cx="0" cy="58156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47588" y="44302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V="1">
            <a:off x="6318504" y="4328038"/>
            <a:ext cx="0" cy="58156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9904" y="44302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562478" y="3872484"/>
            <a:ext cx="58156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8636" y="375361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562478" y="3387852"/>
            <a:ext cx="58156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88636" y="326898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562478" y="2418588"/>
            <a:ext cx="58156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88636" y="229971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 flipV="1">
            <a:off x="5494630" y="4159490"/>
            <a:ext cx="25657" cy="1398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5520287" y="4144440"/>
            <a:ext cx="25657" cy="150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5545944" y="4128245"/>
            <a:ext cx="25657" cy="1619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571601" y="4110816"/>
            <a:ext cx="25657" cy="1742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5597258" y="4092059"/>
            <a:ext cx="25657" cy="1875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5622915" y="4071875"/>
            <a:ext cx="25657" cy="2018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5648572" y="4050153"/>
            <a:ext cx="25657" cy="2172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5674229" y="4026777"/>
            <a:ext cx="25657" cy="233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5699886" y="4001621"/>
            <a:ext cx="25657" cy="2515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5725542" y="3974549"/>
            <a:ext cx="25657" cy="2707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5751199" y="3945415"/>
            <a:ext cx="25657" cy="2913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5776856" y="3914063"/>
            <a:ext cx="25657" cy="3135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5802513" y="3880324"/>
            <a:ext cx="25657" cy="3374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5828170" y="3844015"/>
            <a:ext cx="25657" cy="3630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5853827" y="3804941"/>
            <a:ext cx="25657" cy="3907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5879484" y="3762892"/>
            <a:ext cx="25657" cy="4204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5905141" y="3717640"/>
            <a:ext cx="25657" cy="4525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5930798" y="3668943"/>
            <a:ext cx="25657" cy="4869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5956455" y="3616537"/>
            <a:ext cx="25657" cy="5240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5982112" y="3560140"/>
            <a:ext cx="25657" cy="5639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6007769" y="3499448"/>
            <a:ext cx="25657" cy="6069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6033426" y="3434135"/>
            <a:ext cx="25657" cy="6531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6059083" y="3363847"/>
            <a:ext cx="25657" cy="7028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6084740" y="3288208"/>
            <a:ext cx="25657" cy="7564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6110397" y="3206808"/>
            <a:ext cx="25657" cy="8140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6136054" y="3119209"/>
            <a:ext cx="25657" cy="8759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6161711" y="3024940"/>
            <a:ext cx="25657" cy="9427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6187368" y="2923491"/>
            <a:ext cx="25657" cy="10144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6213025" y="2814317"/>
            <a:ext cx="25657" cy="10917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6238682" y="2696830"/>
            <a:ext cx="25657" cy="1174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6264339" y="2570395"/>
            <a:ext cx="25657" cy="12643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6289996" y="2434332"/>
            <a:ext cx="25657" cy="13606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6315653" y="2287907"/>
            <a:ext cx="25657" cy="14642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60720" y="3799332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03036" y="3314700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45352" y="2345436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81144" y="4681728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越嚟越斜</a:t>
            </a:r>
            <a:endParaRPr lang="en-US" sz="2100" dirty="0"/>
          </a:p>
        </p:txBody>
      </p:sp>
      <p:sp>
        <p:nvSpPr>
          <p:cNvPr id="67" name="Shape 65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69" name="Text 67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2</a:t>
            </a:r>
            <a:pPr algn="l" indent="0" marL="0"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 2 唔郁，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郁嘅係指數 x。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呢個就叫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指數函數。</a:t>
            </a:r>
            <a:endParaRPr lang="en-US" sz="2100" dirty="0"/>
          </a:p>
        </p:txBody>
      </p:sp>
      <p:sp>
        <p:nvSpPr>
          <p:cNvPr id="71" name="Text 69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指數函數 y = a</a:t>
            </a:r>
            <a:pPr algn="ctr" indent="0" marL="0">
              <a:buNone/>
            </a:pPr>
            <a:r>
              <a:rPr lang="en-US" sz="21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：底數 a 固定，變數 x 坐喺指數位。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兩條線，一條升一條跌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9611" y="4957354"/>
            <a:ext cx="3918857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749040" y="1691640"/>
            <a:ext cx="0" cy="365760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434149" y="501221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9856" y="499393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2442754" y="4878977"/>
            <a:ext cx="0" cy="156754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4154" y="503050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3095897" y="4878977"/>
            <a:ext cx="0" cy="156754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67297" y="503050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4402183" y="4878977"/>
            <a:ext cx="0" cy="156754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73583" y="503050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5055326" y="4878977"/>
            <a:ext cx="0" cy="156754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6726" y="503050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70663" y="4304211"/>
            <a:ext cx="156754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4185339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70663" y="3651069"/>
            <a:ext cx="156754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3532197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70663" y="2344783"/>
            <a:ext cx="156754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225911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 flipV="1">
            <a:off x="1789611" y="4866433"/>
            <a:ext cx="101429" cy="927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891041" y="4856100"/>
            <a:ext cx="101429" cy="1033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992470" y="4844592"/>
            <a:ext cx="101429" cy="1150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2093899" y="4831777"/>
            <a:ext cx="101429" cy="1281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195328" y="4817505"/>
            <a:ext cx="101429" cy="1427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2296758" y="4801612"/>
            <a:ext cx="101429" cy="1589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2398187" y="4783912"/>
            <a:ext cx="101429" cy="1770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2499616" y="4764200"/>
            <a:ext cx="101429" cy="1971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2601045" y="4742249"/>
            <a:ext cx="101429" cy="2195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2702475" y="4717802"/>
            <a:ext cx="101429" cy="2444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2803904" y="4690577"/>
            <a:ext cx="101429" cy="2722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2905333" y="4660259"/>
            <a:ext cx="101429" cy="3031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3006762" y="4626494"/>
            <a:ext cx="101429" cy="3376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3108192" y="4588892"/>
            <a:ext cx="101429" cy="3760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3209621" y="4547017"/>
            <a:ext cx="101429" cy="418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3311050" y="4500383"/>
            <a:ext cx="101429" cy="4663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3412479" y="4448449"/>
            <a:ext cx="101429" cy="5193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3513909" y="4390612"/>
            <a:ext cx="101429" cy="5783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3615338" y="4326203"/>
            <a:ext cx="101429" cy="6440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3716767" y="4254473"/>
            <a:ext cx="101429" cy="7173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3818196" y="4174592"/>
            <a:ext cx="101429" cy="7988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3919626" y="4085632"/>
            <a:ext cx="101429" cy="8896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4021055" y="3986562"/>
            <a:ext cx="101429" cy="9907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4122484" y="3876232"/>
            <a:ext cx="101429" cy="11032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4223913" y="3753364"/>
            <a:ext cx="101429" cy="12286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4325343" y="3616532"/>
            <a:ext cx="101429" cy="13683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4426772" y="3464150"/>
            <a:ext cx="101429" cy="15238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4528201" y="3294449"/>
            <a:ext cx="101429" cy="16970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4629630" y="3105462"/>
            <a:ext cx="101429" cy="18898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4731059" y="2894997"/>
            <a:ext cx="101429" cy="21046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4832489" y="2660613"/>
            <a:ext cx="101429" cy="23438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4933918" y="2399592"/>
            <a:ext cx="101429" cy="26102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5035347" y="2108906"/>
            <a:ext cx="101429" cy="29068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5136776" y="1785183"/>
            <a:ext cx="101429" cy="32372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59874" y="1785183"/>
            <a:ext cx="101429" cy="32372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61304" y="2108906"/>
            <a:ext cx="101429" cy="29068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462733" y="2399592"/>
            <a:ext cx="101429" cy="26102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64162" y="2660613"/>
            <a:ext cx="101429" cy="23438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65591" y="2894997"/>
            <a:ext cx="101429" cy="21046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67021" y="3105462"/>
            <a:ext cx="101429" cy="18898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868450" y="3294449"/>
            <a:ext cx="101429" cy="16970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69879" y="3464150"/>
            <a:ext cx="101429" cy="15238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071308" y="3616532"/>
            <a:ext cx="101429" cy="13683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172737" y="3753364"/>
            <a:ext cx="101429" cy="12286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74167" y="3876232"/>
            <a:ext cx="101429" cy="11032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375596" y="3986562"/>
            <a:ext cx="101429" cy="9907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77025" y="4085632"/>
            <a:ext cx="101429" cy="8896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578454" y="4174592"/>
            <a:ext cx="101429" cy="7988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79884" y="4254473"/>
            <a:ext cx="101429" cy="7173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81313" y="4326203"/>
            <a:ext cx="101429" cy="6440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82742" y="4390612"/>
            <a:ext cx="101429" cy="5783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984171" y="4448449"/>
            <a:ext cx="101429" cy="5193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85601" y="4500383"/>
            <a:ext cx="101429" cy="4663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187030" y="4547017"/>
            <a:ext cx="101429" cy="418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288459" y="4588892"/>
            <a:ext cx="101429" cy="3760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389888" y="4626494"/>
            <a:ext cx="101429" cy="3376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491318" y="4660259"/>
            <a:ext cx="101429" cy="3031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592747" y="4690577"/>
            <a:ext cx="101429" cy="2722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694176" y="4717802"/>
            <a:ext cx="101429" cy="2444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795605" y="4742249"/>
            <a:ext cx="101429" cy="2195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897035" y="4764200"/>
            <a:ext cx="101429" cy="1971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998464" y="4783912"/>
            <a:ext cx="101429" cy="1770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099893" y="4801612"/>
            <a:ext cx="101429" cy="1589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201322" y="4817505"/>
            <a:ext cx="101429" cy="1427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302752" y="4831777"/>
            <a:ext cx="101429" cy="1281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04181" y="4844592"/>
            <a:ext cx="101429" cy="1150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505610" y="4856100"/>
            <a:ext cx="101429" cy="1033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607039" y="4866433"/>
            <a:ext cx="101429" cy="927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675888" y="4231059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200400" y="3828723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(0, 1)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4715691" y="1862763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 2</a:t>
            </a:r>
            <a:endParaRPr lang="en-US" sz="1500" dirty="0"/>
          </a:p>
        </p:txBody>
      </p:sp>
      <p:sp>
        <p:nvSpPr>
          <p:cNvPr id="97" name="Text 95"/>
          <p:cNvSpPr/>
          <p:nvPr/>
        </p:nvSpPr>
        <p:spPr>
          <a:xfrm>
            <a:off x="1319349" y="1862763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 1/2</a:t>
            </a:r>
            <a:endParaRPr lang="en-US" sz="1500" dirty="0"/>
          </a:p>
        </p:txBody>
      </p:sp>
      <p:sp>
        <p:nvSpPr>
          <p:cNvPr id="98" name="Text 96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兩條線都：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過同一點 (0, 1)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因為 a</a:t>
            </a:r>
            <a:pPr algn="l" indent="0" marL="0">
              <a:lnSpc>
                <a:spcPct val="135000"/>
              </a:lnSpc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成條線喺 x 軸上面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永遠唔會掂到 0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a</a:t>
            </a:r>
            <a:pPr algn="l" indent="0" marL="0">
              <a:buNone/>
            </a:pPr>
            <a:r>
              <a:rPr lang="en-US" sz="3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四條性質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474720"/>
                <a:gridCol w="493776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性質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係咩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點解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定義域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可以係任何實數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想擺幾多都得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值域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&gt;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正數自乘幾多次都唔會變 0 或負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定點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一定過 (0, 1)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1，同 a 係幾多無關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單調性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&gt; 1 升；0 &lt; a &lt; 1 跌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底數大過 1 就越乘越大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練習一：睇性質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3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× 3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5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(2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÷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0.5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同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0.3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邊個大？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解 3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9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a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過 (1, 2)，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求 a，並講佢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係升定跌。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若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x-1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1/4，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求 x。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 就跳上 B、C。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底數大過 1 vs 細過 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&gt; 1（例：y = 2</a:t>
            </a:r>
            <a:pPr algn="ctr" indent="0" marL="0">
              <a:buNone/>
            </a:pPr>
            <a:r>
              <a:rPr lang="en-US" sz="2300" b="1" baseline="30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越大，y 越大 → 升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向右行 → 線向上飛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向左行 → 線貼近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x 軸但唔掂到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&lt; a &lt; 1（例：y = (1/2)</a:t>
            </a:r>
            <a:pPr algn="ctr" indent="0" marL="0">
              <a:buNone/>
            </a:pPr>
            <a:r>
              <a:rPr lang="en-US" sz="2300" b="1" baseline="30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越大，y 越細 → 跌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向右行 → 線貼近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x 軸但唔掂到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向左行 → 線向上飛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兩邊都一定過 (0, 1)，分別淨係「向邊邊飛」。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三個易錯位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y = 2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嘅值域係所有實數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值域係 y &gt; 0；2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幾細都唔會等於 0，更加唔會負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y = 1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都算指數函數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底數唔可以係 1：1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永遠都係 1，變咗一條橫線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a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1，所以一定過 (0, 1)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無論 a 係 2、3 定 1/2，代 x = 0 都係 1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轉換點：逐張讀一次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練習二：判斷同求值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3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係升定跌？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佢過邊一點？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(1/3)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係升定跌？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佢嘅值域係乜？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同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邊個大？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點解底數要求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a &gt; 0 而且 a ≠ 1？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各舉一個例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講吓唔跟會點。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答之前，喺腦入面畫返條線出嚟。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指數函數永遠過 (0, 1)，而且成條線都喺 x 軸上面。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a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：底數 a 固定，x 坐喺指數位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值域 y &gt; 0：永遠唔會等於 0，唔會負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a &gt; 1 就升，0 &lt; a &lt; 1 就跌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下一課：反函數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ctr" indent="0" marL="0">
              <a:buNone/>
            </a:pPr>
            <a:r>
              <a:rPr lang="en-US" sz="2400" baseline="300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8 好易；但 2</a:t>
            </a:r>
            <a:pPr algn="ctr" indent="0" marL="0">
              <a:buNone/>
            </a:pPr>
            <a:r>
              <a:rPr lang="en-US" sz="2400" baseline="300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5 呢？要有一部機轉返轉頭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教學調整（Accommodation）：本簡報加入摺紙情境、圖象表徵與分層任務，年級學習標準不變。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2026-07-21T02:17:02Z</dcterms:created>
  <dcterms:modified xsi:type="dcterms:W3CDTF">2026-07-21T02:17:02Z</dcterms:modified>
</cp:coreProperties>
</file>