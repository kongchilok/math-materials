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對數的定義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6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帶走一句：log 就係問「個指數係幾多」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對數的定義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3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5，個 x 係幾多？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 係一個問句，唔係一個運算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同樣三個數，兩種擺法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分層練習：揀一層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對數的定義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嘅幾多次方等於 8？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呢條好易：3。但係「2 嘅幾多次方等於 5」呢？搵唔到整數。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答案存在，只係寫唔出 —— 所以要有一個新記號，專門用嚟寫呢個答案。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轉換點：一齊試吓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對數的定義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同樣三個數，兩種擺法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91640"/>
            <a:ext cx="2720340" cy="1384036"/>
          </a:xfrm>
          <a:prstGeom prst="roundRect">
            <a:avLst>
              <a:gd name="adj" fmla="val 528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55648"/>
            <a:ext cx="2720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指數式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020824"/>
            <a:ext cx="2720340" cy="98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ctr" indent="0" marL="0">
              <a:buNone/>
            </a:pPr>
            <a:r>
              <a:rPr lang="en-US" sz="32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ctr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8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000500" y="1691640"/>
            <a:ext cx="2720340" cy="1384036"/>
          </a:xfrm>
          <a:prstGeom prst="roundRect">
            <a:avLst>
              <a:gd name="adj" fmla="val 528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00500" y="1755648"/>
            <a:ext cx="2720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對數式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00500" y="2020824"/>
            <a:ext cx="2720340" cy="98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</a:t>
            </a:r>
            <a:pPr algn="ctr" indent="0" marL="0">
              <a:buNone/>
            </a:pPr>
            <a:r>
              <a:rPr lang="en-US" sz="3200" b="1" baseline="-4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ctr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= 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97580" y="1691640"/>
            <a:ext cx="502920" cy="1384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85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⟷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22960" y="3335731"/>
            <a:ext cx="384048" cy="38404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3573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276844"/>
            <a:ext cx="5349240" cy="501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底數　</a:t>
            </a:r>
            <a:pPr algn="l" indent="0" marL="0">
              <a:buNone/>
            </a:pPr>
            <a:r>
              <a:rPr lang="en-US" sz="16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兩邊都喺底，由頭到尾唔郁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837554"/>
            <a:ext cx="384048" cy="38404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83755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778667"/>
            <a:ext cx="5349240" cy="501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指數　</a:t>
            </a:r>
            <a:pPr algn="l" indent="0" marL="0">
              <a:buNone/>
            </a:pPr>
            <a:r>
              <a:rPr lang="en-US" sz="16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左邊係「次方」，右邊變咗「答案」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2960" y="4339377"/>
            <a:ext cx="384048" cy="38404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393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280489"/>
            <a:ext cx="5349240" cy="501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真數　</a:t>
            </a:r>
            <a:pPr algn="l" indent="0" marL="0">
              <a:buNone/>
            </a:pPr>
            <a:r>
              <a:rPr lang="en-US" sz="16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左邊係「結果」，右邊入咗 log 括號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487375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由頭到尾都係呢三個數，冇多冇少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 唔係一種計算，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係一個問句：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「2 嘅幾多次方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等於 8？」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答案就係 3。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對數的定義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示範：計 log</a:t>
            </a:r>
            <a:pPr algn="l" indent="0" marL="0">
              <a:buNone/>
            </a:pPr>
            <a:r>
              <a:rPr lang="en-US" sz="3200" b="1" baseline="-4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讀返個問句：2 嘅幾多次方等於 8？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寫成方程：2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8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兩邊化同底：2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2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比指數：x = 3，所以 log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= 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見到 log 就讀返個問句 —— 唔好淨係盯住個記號。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對數的定義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練習一：讀個問句出嚟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（3 嘅幾多次方 = 9）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= 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+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27 −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= ?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若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= 2，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求 a。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 +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−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 = ?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每題都先講一次個問句，再落筆。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對數的定義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互換五個對照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657600"/>
                <a:gridCol w="4297680"/>
              </a:tblGrid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指數式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對數式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讀法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r>
                        <a:rPr lang="en-US" sz="2000" b="1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8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log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= 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嘅 3 次方係 8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r>
                        <a:rPr lang="en-US" sz="2000" b="1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9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log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 = 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嘅 2 次方係 9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pPr algn="ctr" indent="0" marL="0">
                        <a:buNone/>
                      </a:pPr>
                      <a:r>
                        <a:rPr lang="en-US" sz="2000" b="1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log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=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任何數嘅 0 次方都係 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r>
                        <a:rPr lang="en-US" sz="2000" b="1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log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= 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自己嘅 1 次方係自己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r>
                        <a:rPr lang="en-US" sz="2000" b="1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-2</a:t>
                      </a:r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1/4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log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(1/4) = −2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答案可以係負數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對數的定義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三條界線，唔可以踩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2704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log</a:t>
            </a:r>
            <a:pPr algn="l" indent="0" marL="0">
              <a:buNone/>
            </a:pPr>
            <a:r>
              <a:rPr lang="en-US" sz="24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(−8) 有答案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真數一定要大過 0：2 嘅任何次方都係正數，變唔到負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7896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77896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log</a:t>
            </a:r>
            <a:pPr algn="l" indent="0" marL="0">
              <a:buNone/>
            </a:pPr>
            <a:r>
              <a:rPr lang="en-US" sz="24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有答案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底數唔可以係 1：1 嘅幾多次方都係 1，永遠去唔到 8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447032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60976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0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447032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log</a:t>
            </a:r>
            <a:pPr algn="l" indent="0" marL="0">
              <a:buNone/>
            </a:pPr>
            <a:r>
              <a:rPr lang="en-US" sz="24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= 0，任何底數都係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因為 a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1；答案可以係 0，但真數唔可以係 0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轉換點：一齊讀出聲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對數的定義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練習二：兩邊互換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寫成對數式：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16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3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27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寫成指數式：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 = 2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(1/8) = −3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= b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解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 − 1) = 3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點解真數要 &gt; 0？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舉個例講吓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唔跟會點。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互換嗰陣，三個數一個都唔可以走漏。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對數的定義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 就係問「個指數係幾多」。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a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N　⟺　log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= b：同樣三個數，換個位擺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底數 a 兩邊都唔郁；指數同真數對調位置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真數一定 &gt; 0；底數要 &gt; 0 而且 ≠ 1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下一課：對數運算法則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</a:t>
            </a:r>
            <a:pPr algn="ctr" indent="0" marL="0">
              <a:buNone/>
            </a:pPr>
            <a:r>
              <a:rPr lang="en-US" sz="2400" baseline="-400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 唔使死記 —— 可以拆開嚟計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教學調整（Accommodation）：本簡報加入互換對照圖、問句讀法與分層任務，年級學習標準不變。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2026-07-21T02:06:12Z</dcterms:created>
  <dcterms:modified xsi:type="dcterms:W3CDTF">2026-07-21T02:06:12Z</dcterms:modified>
</cp:coreProperties>
</file>