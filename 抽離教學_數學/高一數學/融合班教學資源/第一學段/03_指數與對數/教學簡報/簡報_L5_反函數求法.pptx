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反函數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（求法）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5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帶走一句：寫 y、對調、解 y、改名 —— 四步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上一課識咗係咩，今日求條式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四步：寫 y、對調、解 y、改名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做完點驗返啱唔啱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2x + 1，佢嘅反函數條式係乜？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上一課識得 f(1) = 3 就 f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 = 1。但係逐點試太慢。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有四步可以一次過求出成條式，之後每一題都照咁寫。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轉換點：一齊做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求反函數四步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f(x) 寫成 y：　y = 2x + 1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對調 x 同 y：　x = 2y + 1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解返個 y 出嚟：　y = (x − 1) / 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改名做 f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(x)：　f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 = (x − 1) /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步「對調」係最易漏嗰步 —— 冇對調，求極都係原本條式。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示範：f(x) = 3x − 2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  <a:gridCol w="56692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寫出嚟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寫成 y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3x − 2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對調 x 同 y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= 3y − 2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解返個 y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3y = x + 2　→　y = (x + 2) /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(x) = (x + 2) /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做完點驗？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代返入去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 入返 f 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f(f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(x)) 應該等於 x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驗一驗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· (x+2)/3 − 2 = x + 2 − 2 = x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啱返 x → 條式冇做錯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睇個樣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原本係加，反過嚟通常係減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×3 −2　↔　+2 ÷3　（次序都要反）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練習一：照四步做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求反函數：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x + 4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f(x) = 2x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3x − 2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f(x) = x /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再求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f(x) = 5x + 1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(2x + 1) /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求完之後，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用代返入去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嘅方法驗一驗。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每題都要見到四行，唔好跳步。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三個最常見嘅錯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f(x) = 2x + 1 → f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 = 1 / (2x + 1)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呢個係倒數，唔係反函數。個 −1 唔係次方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第 2 步冇對調，直接解 y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冇對調 → 求返出嚟仲係原本條式，等於乜都冇做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f(x) = 2x + 1 → f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 = (x − 1) / 2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四步齊：寫 y、對調、解 y、改名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轉換點：逐張讀一次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練習二：求埋驗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x − 7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f(x) = 4x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2x − 6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再求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(0)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驗返 f(f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(x)) = x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佢嘅定義域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同值域各係乜？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做完記得驗：代返入去要變返 x。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反函數：求法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y、對調、解 y、改名 —— 四步，每題都照咁寫。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 2 步「對調 x 同 y」最易漏，漏咗成題就錯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解完之後改名做 f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(x)，唔好留住 y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驗法：f(f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(x)) 要變返 x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下一課：對數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5 呢種求唔到嘅 x，就要用一個新記號寫出嚟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教學調整（Accommodation）：本簡報加入固定四步框架、驗算法與分層任務，年級學習標準不變。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2026-07-21T02:06:11Z</dcterms:created>
  <dcterms:modified xsi:type="dcterms:W3CDTF">2026-07-21T02:06:11Z</dcterms:modified>
</cp:coreProperties>
</file>