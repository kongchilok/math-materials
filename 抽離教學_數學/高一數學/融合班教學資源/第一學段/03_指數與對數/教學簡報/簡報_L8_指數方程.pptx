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指數方程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8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帶走一句：化到同底，就可以直接比指數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16，個 x 點搵？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化同底四步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幾項同底時，先提公因式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16，個 x 係幾多？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= 2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，所以條式變成 2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。兩邊底數一樣。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底數一樣嗰陣，指數就一定要一樣 —— 所以 x = 4。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轉換點：一齊做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化同底四步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兩邊都寫成同一個底數：16 =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 a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a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嘅樣：2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底數一樣 → 直接比指數：x = 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如果指數係式，就解埋條方程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底數揀邊個？揀最細嗰個質數（通常係 2 或 3）。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由易到難，四級階梯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38404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化同底之後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=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64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x+2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32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x+2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　→　x + 2 = 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√2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　→　2x =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√2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2x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　→　2x = 1/2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練習一：化同底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64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64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243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9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√8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9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√27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1/√2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1 /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每題第一步都一樣：兩邊寫成同一個底數。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幾項同底：先提公因式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睇清楚邊幾項其實係同一個 a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用指數法則拆出嚟：2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 ·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提公因式合併：2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+ 2 ·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 ·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變返單一個 a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，再化同底：3 ·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24 →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 → x = 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+ 3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唔等於 9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，係 2 · 3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—— 加法唔會令底數變。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三個易錯位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3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+ 3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兩個一樣嘅嘢相加係乘 2：2 · 3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。底數唔會因為加而變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4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 → x = 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底數唔同，比唔到。要先寫 4 = 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x = 1/2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2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 · 2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指數相加 = 底數相乘，呢步係提公因式嘅關鍵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轉換點：逐張讀一次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練習二：合併再解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128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+ 2 · 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100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+ 5 ·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96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2x+1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（先全部化成 2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合併之後，記得返去做化同底嗰四步。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指數方程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化到同底，就可以直接比指數。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底數一樣 → 指數一定一樣：a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就 ● = ▲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底數唔同 → 先統一（4 寫成 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，√2 寫成 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幾項同底 → 先提公因式，變返單一個 a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下一課：對數方程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解法差唔多，但多咗一步唔可以少 —— 檢驗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教學調整（Accommodation）：本簡報加入難度階梯表、步驟卡與分層任務，年級學習標準不變。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2026-07-21T02:06:14Z</dcterms:created>
  <dcterms:modified xsi:type="dcterms:W3CDTF">2026-07-21T02:06:14Z</dcterms:modified>
</cp:coreProperties>
</file>