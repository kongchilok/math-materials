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對數運算法則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7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帶走一句：乘變加、除變減、次方變係數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對數運算法則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</a:t>
            </a:r>
            <a:pPr algn="l" indent="0" marL="0">
              <a:buNone/>
            </a:pPr>
            <a:r>
              <a:rPr lang="en-US" sz="2300" b="1" baseline="-4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 唔使死記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三條法則：乘加、除減、次方落嚟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底數帶次方，點算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分層練習：揀一層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對數運算法則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</a:t>
            </a:r>
            <a:pPr algn="l" indent="0" marL="0">
              <a:buNone/>
            </a:pPr>
            <a:r>
              <a:rPr lang="en-US" sz="3000" b="1" baseline="-4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 等於幾多？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死記 2</a:t>
            </a:r>
            <a:pPr algn="l" indent="0" marL="0"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32 都得。但如果係 log</a:t>
            </a:r>
            <a:pPr algn="l" indent="0" marL="0">
              <a:buNone/>
            </a:pPr>
            <a:r>
              <a:rPr lang="en-US" sz="23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(4 × 8) 呢？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同 8 你都識，拆開就唔使記 32 —— 呢個就係運算法則嘅用處。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轉換點：一齊拆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對數運算法則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三條法則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乘變加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(MN) = log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 + log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</a:t>
            </a:r>
            <a:pPr algn="l" indent="0" marL="0">
              <a:buNone/>
            </a:pPr>
            <a:r>
              <a:rPr lang="en-US" sz="2000" baseline="-4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(4 × 8) = log</a:t>
            </a:r>
            <a:pPr algn="l" indent="0" marL="0">
              <a:buNone/>
            </a:pPr>
            <a:r>
              <a:rPr lang="en-US" sz="2000" baseline="-4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+ log</a:t>
            </a:r>
            <a:pPr algn="l" indent="0" marL="0">
              <a:buNone/>
            </a:pPr>
            <a:r>
              <a:rPr lang="en-US" sz="2000" baseline="-4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= 2 + 3 = 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÷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除變減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(M/N) = log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 − log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</a:t>
            </a:r>
            <a:pPr algn="l" indent="0" marL="0">
              <a:buNone/>
            </a:pPr>
            <a:r>
              <a:rPr lang="en-US" sz="2000" baseline="-4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(27/9) = 3 − 2 = 1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次方變係數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(M</a:t>
            </a:r>
            <a:pPr algn="l" indent="0" marL="0"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= n · log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</a:t>
            </a:r>
            <a:pPr algn="l" indent="0" marL="0">
              <a:buNone/>
            </a:pPr>
            <a:r>
              <a:rPr lang="en-US" sz="2000" baseline="-4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(8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= 2 · log</a:t>
            </a:r>
            <a:pPr algn="l" indent="0" marL="0">
              <a:buNone/>
            </a:pPr>
            <a:r>
              <a:rPr lang="en-US" sz="2000" baseline="-4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= 2 × 3 = 6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對數運算法則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入面做乜，出嚟就變乜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91840"/>
                <a:gridCol w="4572000"/>
              </a:tblGrid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log 括號入面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log 外面變成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例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乘 ×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 +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log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(4 × 8) = 2 + 3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除 ÷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減 −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log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(27 ÷ 9) = 3 − 2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次方 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乘落去做係數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log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(8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) = 2 × 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開方 √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變分數係數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log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√2 = (1/2) × 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嘅 log</a:t>
                      </a:r>
                      <a:pPr algn="ctr" indent="0" marL="0">
                        <a:buNone/>
                      </a:pPr>
                      <a:r>
                        <a:rPr lang="en-US" sz="2000" b="1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 次方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淨返 N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嘅 log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 次方 = 7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對數運算法則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練習一：拆開嚟計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+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27 −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= 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(4 × 8)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(25/5)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= ?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√2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（先寫成分數指數）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2 嘅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次方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= ?　講吓點解。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先睇括號入面係乘、除定次方，再決定出嚟變咩。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對數運算法則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底數帶次方，點算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真數帶次方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(M</a:t>
            </a:r>
            <a:pPr algn="l" indent="0" marL="0"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= n · log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次方由真數跳出嚟，做乘數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底數帶次方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 = (1/2) · log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= 3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個 2 倒轉，做分母 1/2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兩邊都有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 = (3/3) · log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= log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= 2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、27 = 3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3 做分子，3 做分母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對數運算法則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示範：求 log</a:t>
            </a:r>
            <a:pPr algn="l" indent="0" marL="0">
              <a:buNone/>
            </a:pPr>
            <a:r>
              <a:rPr lang="en-US" sz="3200" b="1" baseline="-4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√2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根式寫成分數指數：√2 = 2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代入：log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√2 = log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1/2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次方變係數：= (1/2) · log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= 1，所以答案 = 1/2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見到根號，第一步永遠係轉做分數指數（第 2 課學過）。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對數運算法則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全單元最貴嗰個錯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log</a:t>
            </a:r>
            <a:pPr algn="l" indent="0" marL="0"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(M + N) = log</a:t>
            </a:r>
            <a:pPr algn="l" indent="0" marL="0"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 + log</a:t>
            </a:r>
            <a:pPr algn="l" indent="0" marL="0"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冇呢條法則。加減喺括號入面，係拆唔開嘅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log</a:t>
            </a:r>
            <a:pPr algn="l" indent="0" marL="0"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(M × N) = log</a:t>
            </a:r>
            <a:pPr algn="l" indent="0" marL="0"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 + log</a:t>
            </a:r>
            <a:pPr algn="l" indent="0" marL="0"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入面要係「乘」，出嚟先變「加」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log</a:t>
            </a:r>
            <a:pPr algn="l" indent="0" marL="0"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÷ log</a:t>
            </a:r>
            <a:pPr algn="l" indent="0" marL="0"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= log</a:t>
            </a:r>
            <a:pPr algn="l" indent="0" marL="0"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 log 相除唔可以咁拆；呢度應該係 3 ÷ 2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轉換點：一齊讀出聲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對數運算法則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練習二：綜合化簡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= 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√3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12 −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3 嘅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次方 = ?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 化成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以 3 為底。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=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求 x。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底數唔同嗰陣，先統一底數，再比真數。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對數運算法則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乘變加、除變減、次方變係數。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括號入面乘 → 出嚟加；入面除 → 出嚟減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真數嘅次方跳出嚟做乘數；底數嘅次方跳出嚟做分母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冇「加變加」呢條法則：log(M + N) 拆唔開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下一課：指數方程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法則識晒，就可以開始解方程 —— 由 2</a:t>
            </a:r>
            <a:pPr algn="ctr" indent="0" marL="0">
              <a:buNone/>
            </a:pPr>
            <a:r>
              <a:rPr lang="en-US" sz="2400" baseline="300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16 開始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教學調整（Accommodation）：本簡報加入法則對照表、示範步驟卡與分層任務，年級學習標準不變。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2026-07-21T02:13:14Z</dcterms:created>
  <dcterms:modified xsi:type="dcterms:W3CDTF">2026-07-21T02:13:14Z</dcterms:modified>
</cp:coreProperties>
</file>