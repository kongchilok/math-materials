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換元法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10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帶走一句：見到平方同一次同時出現，就設 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− 2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− 6 = 0 點算？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t，變返做二次方程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指數同對數，同一個技巧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十課收束＋分層練習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今日係單元最後一課，中間停兩次。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− 2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− 6 = 0，點解？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化唔到同底，又提唔到公因式 —— 之前兩招都用唔上。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但係留意：2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其實就係 (2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。條式長得好似二次方程。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轉換點：一齊睇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換元四步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認出兩種形式：2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（一個係另一個嘅平方）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t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，同時寫低 t &gt; 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原方程變成 t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t − 6 = 0，解呢條二次方程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代返去：2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t，求返個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步寫低「t &gt; 0」係關鍵 —— 第 4 步就靠佢捨走唔合嘅根。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示範（指數）：2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− 2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− 6 = 0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寫出嚟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認形式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(2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設 t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 t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，t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解二次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t − 6 = 0　→　(t − 3)(t + 2) = 0　→　t = 3 或 t = 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捨同代返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−2 不合（t &gt; 0）；t = 3 →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3 → x = 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練習一：指數換元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t =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t 寫返出嚟：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− 6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− 5 ·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+ 6 = 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解出個 x：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− 6 ·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+ 8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− 10 ·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+ 16 = 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− 7 ·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− 30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（先拆開啲係數）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第一步永遠係：邊個係 t，邊個係 t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指數換元 vs 對數換元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t = a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一定 &gt; 0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 a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永遠係正數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負嘅 t 即刻捨走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 = −2 不合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t = log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咩數都得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負數、0 都合法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唔使捨，但要檢驗 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 = −2 → x = 1/4 ✓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同一個技巧，唔同嘅只係「幾時捨、捨咩」。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示範（對數）：(log</a:t>
            </a:r>
            <a:pPr algn="l" indent="0" marL="0">
              <a:buNone/>
            </a:pPr>
            <a:r>
              <a:rPr lang="en-US" sz="3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x)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log</a:t>
            </a:r>
            <a:pPr algn="l" indent="0" marL="0">
              <a:buNone/>
            </a:pPr>
            <a:r>
              <a:rPr lang="en-US" sz="3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2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寫出嚟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設 t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 t = 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解二次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t − 2 = 0　→　(t + 2)(t − 1) = 0　→　t = 1 或 t = 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代返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1 → x = 2　；　t = −2 → x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1/4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檢驗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&gt; 0 ✓　1/4 &gt; 0 ✓　兩個都係解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兩個換元陷阱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指數換元解到 t = −2，照代返去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一定 &gt; 0，負嘅 t 要捨。呢個係最常見嘅失分位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對數換元見到 t = −2 就即刻捨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可以係負；−2 代返係 x = 1/4，完全合法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設 t 嗰陣就寫低佢嘅範圍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指數寫「t &gt; 0」，對數唔使限 t 但最後要檢驗 x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轉換點：一齊讀出聲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練習二：兩種換元都做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− 3 ·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9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− 4 ·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+ 3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− 4log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+ 3 = 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2x+2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+ 2log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2 − 3 = 0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指數嗰啲記得捨負 t；對數嗰啲記得最後檢驗 x &gt; 0。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十課地圖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585216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學咗乜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一句記住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次方根、分數指數冪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根指數落分母，次方上分子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指數函數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永遠過 (0, 1)，永遠大過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4–5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係「撤銷」，唔係「一除」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6–7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對數定義同法則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 就係問「個指數係幾多」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8–10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指數方程、對數方程、換元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化同底 → 檢驗 → 設 t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換元法 · 單元收束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見到平方同一次同時出現，就設 t，變返做二次方程。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認形式：a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(a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；(log x)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 log x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設 t 嗰陣就寫低範圍：指數 t &gt; 0，對數唔限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解完一定要代返去求 x，再檢查合唔合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單元三 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成個單元都喺做同一件事：把指數同對數，換到你識計嗰個樣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教學調整（Accommodation）：本簡報加入共同結構對照、單元地圖與分層任務，年級學習標準不變。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2026-07-21T02:13:15Z</dcterms:created>
  <dcterms:modified xsi:type="dcterms:W3CDTF">2026-07-21T02:13:15Z</dcterms:modified>
</cp:coreProperties>
</file>