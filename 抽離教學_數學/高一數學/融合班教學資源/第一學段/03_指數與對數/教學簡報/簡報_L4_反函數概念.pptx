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反函數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（概念）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4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帶走一句：反函數就係「撤銷」，唔係「一除」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反函數：概念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著鞋同除鞋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 做一次，f</a:t>
            </a:r>
            <a:pPr algn="l" indent="0" marL="0">
              <a:buNone/>
            </a:pPr>
            <a:r>
              <a:rPr lang="en-US" sz="23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撤銷返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點對調：(2, 5) 變 (5, 2)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分層練習：揀一層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今日淨係認概念，下一課先教點求。中間停兩次。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反函數：概念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著鞋、除鞋，係咪一對「相反」嘅動作？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著咗再除，就返返赤腳 —— 等於乜都冇做過。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函數都有呢種一對：f 做一次，f</a:t>
            </a:r>
            <a:pPr algn="l" indent="0" marL="0">
              <a:buNone/>
            </a:pPr>
            <a:r>
              <a:rPr lang="en-US" sz="22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撤銷返，就變返原本個 x。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轉換點：想一想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反函數：概念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 做一次，f</a:t>
            </a:r>
            <a:pPr algn="l" indent="0" marL="0">
              <a:buNone/>
            </a:pPr>
            <a:r>
              <a:rPr lang="en-US" sz="32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撤銷返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4181" y="2843784"/>
            <a:ext cx="921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952015" y="3118104"/>
            <a:ext cx="212141" cy="0"/>
          </a:xfrm>
          <a:prstGeom prst="line">
            <a:avLst/>
          </a:prstGeom>
          <a:noFill/>
          <a:ln w="25400">
            <a:solidFill>
              <a:srgbClr val="5E857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00732" y="2638044"/>
            <a:ext cx="802386" cy="960120"/>
          </a:xfrm>
          <a:prstGeom prst="roundRect">
            <a:avLst>
              <a:gd name="adj" fmla="val 11396"/>
            </a:avLst>
          </a:prstGeom>
          <a:solidFill>
            <a:srgbClr val="5E8574"/>
          </a:solidFill>
          <a:ln/>
        </p:spPr>
      </p:sp>
      <p:sp>
        <p:nvSpPr>
          <p:cNvPr id="10" name="Text 8"/>
          <p:cNvSpPr/>
          <p:nvPr/>
        </p:nvSpPr>
        <p:spPr>
          <a:xfrm>
            <a:off x="2200732" y="2638044"/>
            <a:ext cx="80238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039694" y="3118104"/>
            <a:ext cx="212141" cy="0"/>
          </a:xfrm>
          <a:prstGeom prst="line">
            <a:avLst/>
          </a:prstGeom>
          <a:noFill/>
          <a:ln w="25400">
            <a:solidFill>
              <a:srgbClr val="5E8574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288411" y="2843784"/>
            <a:ext cx="921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246245" y="3118104"/>
            <a:ext cx="212141" cy="0"/>
          </a:xfrm>
          <a:prstGeom prst="line">
            <a:avLst/>
          </a:prstGeom>
          <a:noFill/>
          <a:ln w="25400">
            <a:solidFill>
              <a:srgbClr val="5E857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94962" y="2638044"/>
            <a:ext cx="802386" cy="960120"/>
          </a:xfrm>
          <a:prstGeom prst="roundRect">
            <a:avLst>
              <a:gd name="adj" fmla="val 11396"/>
            </a:avLst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4494962" y="2638044"/>
            <a:ext cx="80238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</a:t>
            </a:r>
            <a:pPr algn="ctr" indent="0" marL="0">
              <a:buNone/>
            </a:pPr>
            <a:r>
              <a:rPr lang="en-US" sz="2600" b="1" baseline="30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333924" y="3118104"/>
            <a:ext cx="212141" cy="0"/>
          </a:xfrm>
          <a:prstGeom prst="line">
            <a:avLst/>
          </a:prstGeom>
          <a:noFill/>
          <a:ln w="25400">
            <a:solidFill>
              <a:srgbClr val="5E8574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582641" y="2843784"/>
            <a:ext cx="921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返返 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9344" y="368960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做一次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67912" y="368960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撤銷返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458114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兩部機串埋一齊，等於乜都冇做過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例：f(x) = 2x + 1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= 1 入去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→ f(1) = 3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入 f</a:t>
            </a:r>
            <a:pPr algn="l" indent="0" marL="0">
              <a:lnSpc>
                <a:spcPct val="135000"/>
              </a:lnSpc>
              <a:buNone/>
            </a:pPr>
            <a:r>
              <a:rPr lang="en-US" sz="23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→ 返返 1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反函數：概念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「撤銷」三個講法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著鞋 → 除鞋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上鎖 → 開鎖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加密 → 解密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做完再撤銷，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返到原點。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4325112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表徵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864608" y="4253266"/>
            <a:ext cx="2423160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5210774" y="2176272"/>
            <a:ext cx="0" cy="242316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013448" y="430813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2214" y="21396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81590" y="428984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5903105" y="4211726"/>
            <a:ext cx="0" cy="83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74505" y="432641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flipV="1">
            <a:off x="6941602" y="4211726"/>
            <a:ext cx="0" cy="830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13002" y="432641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69234" y="3560935"/>
            <a:ext cx="83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7854" y="3442063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69234" y="2522438"/>
            <a:ext cx="83080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7854" y="240356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 flipV="1">
            <a:off x="4864608" y="2176272"/>
            <a:ext cx="2423160" cy="2423160"/>
          </a:xfrm>
          <a:prstGeom prst="line">
            <a:avLst/>
          </a:prstGeom>
          <a:noFill/>
          <a:ln w="16510">
            <a:solidFill>
              <a:srgbClr val="4E5C55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829953" y="2449286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54465" y="204695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(2, 5)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68450" y="3487783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92962" y="3085447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(5, 2)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71616" y="2228523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x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81144" y="4681728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兩點照鏡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01584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35" name="Text 33"/>
          <p:cNvSpPr/>
          <p:nvPr/>
        </p:nvSpPr>
        <p:spPr>
          <a:xfrm>
            <a:off x="8101584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357616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f(2) = 5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</a:t>
            </a:r>
            <a:pPr algn="l" indent="0" marL="0"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(5) = 2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入同出，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啱啱調轉。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同一句嘢：f 入 2 出 5，f</a:t>
            </a:r>
            <a:pPr algn="ctr" indent="0" marL="0">
              <a:buNone/>
            </a:pPr>
            <a:r>
              <a:rPr lang="en-US" sz="21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就係入 5 出 2。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反函數：概念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反函數三條性質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點對調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(a, b) 喺 f 上 → (b, a) 喺 f</a:t>
            </a:r>
            <a:pPr algn="l" indent="0" marL="0"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上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f(2) = 5　→　f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(5) = 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定義域值域互換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 嘅值域 = f</a:t>
            </a:r>
            <a:pPr algn="l" indent="0" marL="0"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嘅定義域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出去嗰堆數，變咗入嚟嗰堆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圖象對稱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兩條線關於直線 y = x 對稱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摺住 y = x 對摺，兩條線會疊實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反函數：概念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練習一：讀得出就得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已知 f(1) = 3，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求 f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(3)。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已知 f(4) = 0，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求 f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(0)。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(2, 5) 喺 f 上，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咁 (5, 2) 係咪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喺 f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上？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f(x) = x/2，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求 f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(4)。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f(x) =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求佢反函數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嘅值域。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講吓你點知。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唔使求條式，淨係用「入同出調轉」就答得到。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反函數：概念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兩條線關於 y = x 對稱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4304211"/>
            <a:ext cx="3657600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2965269" y="1691640"/>
            <a:ext cx="0" cy="365760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303520" y="4359075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56709" y="16550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36085" y="4340787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3487783" y="4241510"/>
            <a:ext cx="0" cy="125403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9183" y="4377363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4532811" y="4241510"/>
            <a:ext cx="0" cy="125403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04211" y="4377363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02567" y="3781697"/>
            <a:ext cx="125403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2349" y="3662825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902567" y="2736669"/>
            <a:ext cx="125403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2349" y="2617797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flipV="1">
            <a:off x="1920240" y="1691640"/>
            <a:ext cx="3657600" cy="3657600"/>
          </a:xfrm>
          <a:prstGeom prst="line">
            <a:avLst/>
          </a:prstGeom>
          <a:noFill/>
          <a:ln w="16510">
            <a:solidFill>
              <a:srgbClr val="4E5C55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 flipV="1">
            <a:off x="2181497" y="5241664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2235285" y="5134087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2289074" y="5026511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342862" y="4918934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2396650" y="4811358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2450438" y="4703781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2504227" y="4596205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2558015" y="4488628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2611803" y="4381052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2665591" y="4273475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2719379" y="4165899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2773168" y="4058322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2826956" y="3950746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2880744" y="3843169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2934532" y="3735593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2988321" y="3628016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3042109" y="3520440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3095897" y="3412864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3149685" y="3305287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3203474" y="3197711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3257262" y="3090134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3311050" y="2982558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3364838" y="2874981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3418627" y="2767405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3472415" y="2659828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3526203" y="2552252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3579991" y="2444675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3633779" y="2337099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3687568" y="2229522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3741356" y="2121946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3795144" y="2014369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3848932" y="1906793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3902721" y="1799216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3956509" y="1691640"/>
            <a:ext cx="53788" cy="1075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1920240" y="5034195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2027816" y="4980406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2135393" y="4926618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2242969" y="4872830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2350546" y="4819042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2458122" y="4765253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2565699" y="4711465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2673275" y="4657677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2780852" y="4603889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2888428" y="4550101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2996005" y="4496312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3103581" y="4442524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3211158" y="4388736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3318734" y="4334948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3426311" y="4281159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3533887" y="4227371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3641464" y="4173583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3749040" y="4119795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3856616" y="4066006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3964193" y="4012218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4071769" y="3958430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4179346" y="3904642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4286922" y="3850853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4394499" y="3797065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4502075" y="3743277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4609652" y="3689489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4717228" y="3635701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4824805" y="3581912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V="1">
            <a:off x="4932381" y="3528124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5039958" y="3474336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5147534" y="3420548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V="1">
            <a:off x="5255111" y="3366759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5362687" y="3312971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5470264" y="3259183"/>
            <a:ext cx="107576" cy="537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965269" y="1849701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</a:t>
            </a:r>
            <a:endParaRPr lang="en-US" sz="1500" dirty="0"/>
          </a:p>
        </p:txBody>
      </p:sp>
      <p:sp>
        <p:nvSpPr>
          <p:cNvPr id="90" name="Text 88"/>
          <p:cNvSpPr/>
          <p:nvPr/>
        </p:nvSpPr>
        <p:spPr>
          <a:xfrm>
            <a:off x="4480560" y="2894729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 反</a:t>
            </a:r>
            <a:endParaRPr lang="en-US" sz="1500" dirty="0"/>
          </a:p>
        </p:txBody>
      </p:sp>
      <p:sp>
        <p:nvSpPr>
          <p:cNvPr id="91" name="Text 89"/>
          <p:cNvSpPr/>
          <p:nvPr/>
        </p:nvSpPr>
        <p:spPr>
          <a:xfrm>
            <a:off x="4010297" y="174519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x</a:t>
            </a:r>
            <a:endParaRPr lang="en-US" sz="1500" dirty="0"/>
          </a:p>
        </p:txBody>
      </p:sp>
      <p:sp>
        <p:nvSpPr>
          <p:cNvPr id="92" name="Text 90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虛線係 y = x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兩條實線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照住虛線對摺，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會啱啱疊實。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呢個就係「對調」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喺圖上面嘅樣。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反函數：概念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全單元最易搞錯嗰個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2704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2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f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(x) 即係 1 / f(x)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 −1 唔係次方，唔係「一除」。佢淨係一個記號，讀「f 反」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7896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77896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f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讀「f 反」，解「撤銷 f」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 入 2 出 5，f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就入 5 出 2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447032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60976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60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4447032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f(2) = 5 所以 f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(2) = 5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要調轉：f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(5) = 2 先啱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轉換點：一齊讀出聲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反函數：概念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練習二：講得出點解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讀咩？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佢係咪 1/f？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點 (3, 7) 喺 f 上，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f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上有邊點？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f 嘅定義域係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f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嘅乜？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y = a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y =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互為反函數。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若 y = a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過 (1, 2)，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求 a。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答唔到就返去睇「著鞋除鞋」嗰張圖。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反函數：概念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反函數就係「撤銷」，唔係「一除」。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 入 a 出 b → f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入 b 出 a，啱啱調轉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f 嘅值域，變咗 f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嘅定義域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兩條線關於 y = x 對稱，對摺會疊實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下一課：點樣求反函數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今日識咗佢係咩；下一課用四步，真係求返條式出嚟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教學調整（Accommodation）：本簡報加入生活撤銷情境、對稱圖象與分層任務，年級學習標準不變。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2026-07-21T02:17:03Z</dcterms:created>
  <dcterms:modified xsi:type="dcterms:W3CDTF">2026-07-21T02:17:03Z</dcterms:modified>
</cp:coreProperties>
</file>