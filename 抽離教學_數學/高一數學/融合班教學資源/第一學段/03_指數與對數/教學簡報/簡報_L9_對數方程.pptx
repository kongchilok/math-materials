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548640"/>
            <a:ext cx="5120640" cy="5760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3E53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 }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對數方程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抽離小組 · 第 9 課（40 分鐘）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DBAA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帶走一句：解完一定要檢驗，真數必須大過 0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對數方程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63624" y="1508760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7944" y="1508760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</a:t>
            </a:r>
            <a:pPr algn="l" indent="0" marL="0">
              <a:buNone/>
            </a:pPr>
            <a:r>
              <a:rPr lang="en-US" sz="2300" b="1" baseline="-4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 + 5) = 3 點解？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414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563624" y="2441448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2441448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轉成指數式，就變返普通方程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7413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563624" y="3374136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37944" y="3374136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解完仲有一步：檢驗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548640" y="4306824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06824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563624" y="4306824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7944" y="4306824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分層練習：揀一層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中間會停兩次，一齊做練習。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對數方程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先想一想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</a:t>
            </a:r>
            <a:pPr algn="l" indent="0" marL="0">
              <a:buNone/>
            </a:pPr>
            <a:r>
              <a:rPr lang="en-US" sz="3000" b="1" baseline="-4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 + 5) = 3，個 x 係幾多？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讀返個問句：2 嘅 3 次方等於 (x + 5)。即係 x + 5 = 8。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 x = 3。轉成指數式之後，就變返做普通嘅一次方程。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轉換點：一齊做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對數方程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解對數方程四步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化成單一個 log：log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(⋯) = b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3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轉成指數式：(⋯) = a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8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解返條普通方程，求出 x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23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檢驗：代返入去，每個真數都要 &gt; 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4 步唔係額外功夫 —— 冇檢驗，答案未算做完。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對數方程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有幾個 log 嗰陣，先合併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83080" y="16276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兩個相加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</a:t>
            </a:r>
            <a:pPr algn="l" indent="0" marL="0">
              <a:buNone/>
            </a:pPr>
            <a:r>
              <a:rPr lang="en-US" sz="22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 + log</a:t>
            </a:r>
            <a:pPr algn="l" indent="0" marL="0">
              <a:buNone/>
            </a:pPr>
            <a:r>
              <a:rPr lang="en-US" sz="22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 = log</a:t>
            </a:r>
            <a:pPr algn="l" indent="0" marL="0">
              <a:buNone/>
            </a:pPr>
            <a:r>
              <a:rPr lang="en-US" sz="22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(MN)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83080" y="22128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</a:t>
            </a:r>
            <a:pPr algn="l" indent="0" marL="0">
              <a:buNone/>
            </a:pPr>
            <a:r>
              <a:rPr lang="en-US" sz="2000" baseline="-4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(x−3) + log</a:t>
            </a:r>
            <a:pPr algn="l" indent="0" marL="0">
              <a:buNone/>
            </a:pPr>
            <a:r>
              <a:rPr lang="en-US" sz="2000" baseline="-4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(x−2) = log</a:t>
            </a:r>
            <a:pPr algn="l" indent="0" marL="0">
              <a:buNone/>
            </a:pPr>
            <a:r>
              <a:rPr lang="en-US" sz="2000" baseline="-4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((x−3)(x−2))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74136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741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－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83080" y="321868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兩個相減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</a:t>
            </a:r>
            <a:pPr algn="l" indent="0" marL="0">
              <a:buNone/>
            </a:pPr>
            <a:r>
              <a:rPr lang="en-US" sz="22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 − log</a:t>
            </a:r>
            <a:pPr algn="l" indent="0" marL="0">
              <a:buNone/>
            </a:pPr>
            <a:r>
              <a:rPr lang="en-US" sz="22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 = log</a:t>
            </a:r>
            <a:pPr algn="l" indent="0" marL="0">
              <a:buNone/>
            </a:pPr>
            <a:r>
              <a:rPr lang="en-US" sz="22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(M/N)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83080" y="380390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</a:t>
            </a:r>
            <a:pPr algn="l" indent="0" marL="0">
              <a:buNone/>
            </a:pPr>
            <a:r>
              <a:rPr lang="en-US" sz="2000" baseline="-4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(3x) − log</a:t>
            </a:r>
            <a:pPr algn="l" indent="0" marL="0">
              <a:buNone/>
            </a:pPr>
            <a:r>
              <a:rPr lang="en-US" sz="2000" baseline="-4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(x−1) = log</a:t>
            </a:r>
            <a:pPr algn="l" indent="0" marL="0">
              <a:buNone/>
            </a:pPr>
            <a:r>
              <a:rPr lang="en-US" sz="2000" baseline="-4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(3x/(x−1))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45152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65192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65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＝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83080" y="480974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兩邊都係 log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底數一樣 → 真數一定一樣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83080" y="53949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</a:t>
            </a:r>
            <a:pPr algn="l" indent="0" marL="0">
              <a:buNone/>
            </a:pPr>
            <a:r>
              <a:rPr lang="en-US" sz="2000" baseline="-4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 = log</a:t>
            </a:r>
            <a:pPr algn="l" indent="0" marL="0">
              <a:buNone/>
            </a:pPr>
            <a:r>
              <a:rPr lang="en-US" sz="2000" baseline="-4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　→　M = N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對數方程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練習一：轉換同合併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(4x − 3) = 2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(5x − 1) = 1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(2x+1) +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= 3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(10x) −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= 2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log(2x + 1) = 2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(3x)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−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 − 1) = 3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(x+3)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+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(x−1) = 1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每題最後都要寫一行「檢驗」，唔寫當未做完。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轉換點：自己揀一層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對數方程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示範：解出兩個根，要捨一個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67273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步驟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寫出嚟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題目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log</a:t>
                      </a:r>
                      <a:pPr algn="l" indent="0" marL="0">
                        <a:buNone/>
                      </a:pPr>
                      <a:r>
                        <a:rPr lang="en-US" sz="2000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(x − 3) + log</a:t>
                      </a:r>
                      <a:pPr algn="l" indent="0" marL="0">
                        <a:buNone/>
                      </a:pPr>
                      <a:r>
                        <a:rPr lang="en-US" sz="2000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(x − 2) = 1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合併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log</a:t>
                      </a:r>
                      <a:pPr algn="l" indent="0" marL="0">
                        <a:buNone/>
                      </a:pPr>
                      <a:r>
                        <a:rPr lang="en-US" sz="2000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((x − 3)(x − 2)) = 1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轉指數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(x − 3)(x − 2) = 6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= 6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 解方程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− 5x + 6 = 6　→　x(x − 5) = 0　→　x = 0 或 x = 5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 檢驗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 = 0：x − 3 = −3 &lt; 0　✗ 捨去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 = 5：2 &gt; 0 同 3 &gt; 0　✓ 保留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對數方程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點解一定要檢驗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2704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2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上面條題答 x = 0 同 x = 5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= 0 令 log</a:t>
            </a:r>
            <a:pPr algn="l" indent="0" marL="0">
              <a:buNone/>
            </a:pPr>
            <a:r>
              <a:rPr lang="en-US" sz="2000" baseline="-4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(−3) 出現，真數變負數 —— 根本冇呢個數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7896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91640" y="2977896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上面條題答 x = 5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兩個真數都 &gt; 0，先算係方程嘅解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4447032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760976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7609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691640" y="4447032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解完二次方程就收工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合併 log 嗰陣會「造出」多咗嘅根，唔檢驗就會答錯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轉換點：一齊讀出聲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對數方程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練習二：解埋檢驗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 − 1) = 3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 + 2) = 2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（記得寫檢驗）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(x−3)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+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(x−2) = 1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(x+2)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+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(x−2) = 2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−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= 2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 + 5)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= log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64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見到答案有兩個，特別要逐個檢驗 —— 通常會捨一個。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轉換點：自己揀一層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對數方程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今日帶走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解完一定要檢驗：每個真數都要大過 0。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保底三句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6908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四步：合併 → 轉指數式 → 解方程 → 檢驗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幾個 log 相加變乘、相減變除，先合併成一個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合併會造出多餘嘅根，檢驗就係用嚟捨走佢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下一課：換元法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當方程同時出現 2</a:t>
            </a:r>
            <a:pPr algn="ctr" indent="0" marL="0">
              <a:buNone/>
            </a:pPr>
            <a:r>
              <a:rPr lang="en-US" sz="2400" baseline="300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2x</a:t>
            </a:r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同 2</a:t>
            </a:r>
            <a:pPr algn="ctr" indent="0" marL="0">
              <a:buNone/>
            </a:pPr>
            <a:r>
              <a:rPr lang="en-US" sz="2400" baseline="300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，就要換個變數嚟做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6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教學調整（Accommodation）：本簡報加入四步框架、捨根示範與分層任務，年級學習標準不變。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2026-07-21T02:17:04Z</dcterms:created>
  <dcterms:modified xsi:type="dcterms:W3CDTF">2026-07-21T02:17:04Z</dcterms:modified>
</cp:coreProperties>
</file>