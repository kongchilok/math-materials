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次方根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1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帶走一句：單數次一個根，雙數次兩個根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邊個數自乘等於 9？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認住 </a:t>
            </a:r>
            <a:pPr algn="l" indent="0" marL="0">
              <a:buNone/>
            </a:pPr>
            <a:r>
              <a:rPr lang="en-US" sz="23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√a 三個部分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單數次同雙數次，答案數目唔同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邊個數，自己乘自己等於 9？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好多人即刻答「3」。但係 (−3) × (−3) 都係 9 —— 兩個都啱。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所以要問清楚：開方之後，究竟有幾多個答案？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轉換點：舉手：幾多個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9，由圖睇到式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一塊正方形地磚，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面積係 9。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每邊幾長？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量返出嚟：3。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53712" y="3048610"/>
            <a:ext cx="3044952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76188" y="2957170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1868" y="317662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08422" y="2957170"/>
            <a:ext cx="182880" cy="182880"/>
          </a:xfrm>
          <a:prstGeom prst="ellipse">
            <a:avLst/>
          </a:prstGeom>
          <a:solidFill>
            <a:srgbClr val="2E4A40"/>
          </a:solidFill>
          <a:ln w="25400">
            <a:solidFill>
              <a:srgbClr val="2E4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2662" y="248168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1074" y="2957170"/>
            <a:ext cx="182880" cy="182880"/>
          </a:xfrm>
          <a:prstGeom prst="ellipse">
            <a:avLst/>
          </a:prstGeom>
          <a:solidFill>
            <a:srgbClr val="2E4A40"/>
          </a:solidFill>
          <a:ln w="25400">
            <a:solidFill>
              <a:srgbClr val="2E4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5314" y="248168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62272" y="3939235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 0 一樣咁遠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81144" y="468172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兩點，一正一負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4" name="Text 22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9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±3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正嗰個 3 係邊長，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負嗰個 −3 都啱條式。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實物只要正數；但條方程本身，正負都係解。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√a 三個部分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根號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成個記號叫「根式」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讀「開方」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根指數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開幾多次方，寫喺根號左上角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√8 → 開 3 次方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被開方數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俾人開嗰個數，收喺根號入面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√8 → 被開方數係 8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單數次 vs 雙數次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單數次（n = 3, 5, 7…）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&gt; 0 → 一個正數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√8 = 2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&lt; 0 → 一個負數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pPr algn="l" indent="0" marL="0">
              <a:lnSpc>
                <a:spcPct val="130000"/>
              </a:lnSpc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√(−8) = −2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雙數次（n = 2, 4, 6…）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&gt; 0 → 兩個，一正一負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√9 = ±3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&lt; 0 → 冇答案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√(−9) 唔存在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記法：單數次「一定得一個」，雙數次「有就兩個，冇就冇」。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五種情況，一次過睇晒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84048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情況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有幾多個 n 次方根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單、a &gt;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一個，係正數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√8 =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單、a &lt;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一個，係負數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√(−8) = 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雙、a &gt;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兩個，一正一負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√16 = ±2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 雙、a &lt;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冇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√(−4) 唔存在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一個，就係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√0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練習一：搵 x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9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n 係＿數，x = ＿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8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n 係＿數，x = ＿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−8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有幾多個答案？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−16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有冇答案？點解？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 就跳上 B、C，三層都係問同一件事。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根式兩條性質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開完再乘返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√a)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(√5)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5　　(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√(−5))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係單數　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√(a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a　照原本個數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√(2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2　　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√((−2)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−2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係雙數　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√(a</a:t>
            </a:r>
            <a:pPr algn="l" indent="0" marL="0"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|a|　要戴絕對值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√((−2)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|−2| = 2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雙數次開方，最易漏咗絕對值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√((a − b)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a − b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 a &lt; b，右邊係負數，但左邊開方一定唔會負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√((a − b)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|a − b|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唔知 a 同 b 邊個大，戴住絕對值就穩陣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√((−8)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−8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係雙數 → 答案係 |−8| = 8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轉換點：逐張讀一次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練習二：用兩條性質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(√5)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(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√(−5))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√((a − b)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√(3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√((−2)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√((−8)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= −8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呢條錯喺邊？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自己作一條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要戴絕對值嘅題。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每題都先問一句：n 係單數定雙數？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n 次方根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單數次一個根，雙數次兩個根，負數冇雙數次根。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開單數次方 → 照原本個數，正負都保留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開雙數次方 → 要戴絕對值 |a|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負數冇雙數次方根：冇嘢自乘雙數次會變負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下一課：分數指數冪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√(a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 呢啲根式，其實可以寫成 a 嘅分數次方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教學調整（Accommodation）：本簡報加入數線表徵、符號部件拆解與分層任務，年級學習標準不變。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2026-07-21T02:13:14Z</dcterms:created>
  <dcterms:modified xsi:type="dcterms:W3CDTF">2026-07-21T02:13:14Z</dcterms:modified>
</cp:coreProperties>
</file>