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冪函數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8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帶走一句：x 喺底數、係數係 1、指數係常數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冪函數的辨識與性質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面積、體積 —— 有咩共通？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冪函數嘅樣：y = x</a:t>
            </a:r>
            <a:pPr algn="l" indent="0" marL="0">
              <a:buNone/>
            </a:pPr>
            <a:r>
              <a:rPr lang="en-US" sz="23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α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五條常用曲線同佢哋嘅性質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分層練習：揀一層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中間會停兩次，一齊做練習。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冪函數的辨識與性質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正方形面積 S = a²，正方體體積 V = a³，邊長 a = √S。三條式有咩共通？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望住個樣，唔使計。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三條都係「一個數，自乘某個固定次數」—— 呢類就叫冪函數。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轉換點：口頭答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冪函數的辨識與性質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三個生活關係，同一個樣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正方形面積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面積 = 邊長 × 邊長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 = a²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正方體體積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體積 = 邊長 × 邊長 × 邊長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 = a³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由面積搵邊長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開返平方根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= √S，即 a = S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1/2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冪函數的辨識與性質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點樣先算係冪函數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係冪函數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x</a:t>
            </a:r>
            <a:pPr algn="l" indent="0" marL="0">
              <a:lnSpc>
                <a:spcPct val="130000"/>
              </a:lnSpc>
              <a:buNone/>
            </a:pPr>
            <a:r>
              <a:rPr lang="en-US" sz="23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α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x 喺底數位置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x 前面係數＝1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指數 α 係常數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唔係冪函數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2x²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係數係 2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2</a:t>
            </a:r>
            <a:pPr algn="l" indent="0" marL="0">
              <a:lnSpc>
                <a:spcPct val="130000"/>
              </a:lnSpc>
              <a:buNone/>
            </a:pPr>
            <a:r>
              <a:rPr lang="en-US" sz="23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x 走咗上指數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（呢個叫指數函數）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認冪函數只睇兩樣：係數係咪 1，x 係咪喺底數位置。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冪函數的辨識與性質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呢啲係唔係冪函數？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900684"/>
          </a:xfrm>
          <a:prstGeom prst="roundRect">
            <a:avLst>
              <a:gd name="adj" fmla="val 8122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39062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3906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y = x³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係數 1、指數 3 係常數 → 係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610612"/>
            <a:ext cx="11064240" cy="900684"/>
          </a:xfrm>
          <a:prstGeom prst="roundRect">
            <a:avLst>
              <a:gd name="adj" fmla="val 8122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740914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74091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610612"/>
            <a:ext cx="9692640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y = 2x²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係數係 2，唔係 1 → 唔係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3712464"/>
            <a:ext cx="11064240" cy="900684"/>
          </a:xfrm>
          <a:prstGeom prst="roundRect">
            <a:avLst>
              <a:gd name="adj" fmla="val 8122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842766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84276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91640" y="3712464"/>
            <a:ext cx="9692640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y = x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1/2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係數 1、指數 1/2 係常數 → 係（即係 √x）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48640" y="4814316"/>
            <a:ext cx="11064240" cy="900684"/>
          </a:xfrm>
          <a:prstGeom prst="roundRect">
            <a:avLst>
              <a:gd name="adj" fmla="val 8122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944618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94461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691640" y="4814316"/>
            <a:ext cx="9692640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y = 2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跑咗上指數位 → 係指數函數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轉換點：逐張舉手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冪函數的辨識與性質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五條常用曲線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71700" y="3361765"/>
            <a:ext cx="3154680" cy="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3656255" y="1691640"/>
            <a:ext cx="0" cy="315468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052060" y="3416629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47695" y="16550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27071" y="3398341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2419126" y="3287537"/>
            <a:ext cx="0" cy="148456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0526" y="3434917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V="1">
            <a:off x="3037691" y="3287537"/>
            <a:ext cx="0" cy="148456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09091" y="3434917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V="1">
            <a:off x="4274820" y="3287537"/>
            <a:ext cx="0" cy="148456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46220" y="3434917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flipV="1">
            <a:off x="4893385" y="3287537"/>
            <a:ext cx="0" cy="148456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4785" y="3434917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582028" y="4598894"/>
            <a:ext cx="148456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3335" y="448002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582028" y="3980329"/>
            <a:ext cx="148456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3335" y="3861457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582028" y="2743200"/>
            <a:ext cx="148456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3335" y="26243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582028" y="2124635"/>
            <a:ext cx="148456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53335" y="2005763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 flipV="1">
            <a:off x="2295413" y="4642558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2375462" y="4562508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2455512" y="4482458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2535562" y="4402409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2615611" y="4322359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2695661" y="4242310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2775710" y="4162260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2855760" y="4082211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2935809" y="4002161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3015859" y="3922112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3095908" y="3842062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3175958" y="3762012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3256008" y="3681963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3336057" y="3601913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3416107" y="3521864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3496156" y="3441814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3576206" y="3361765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3656255" y="3281715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3736305" y="3201666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3816354" y="3121616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3896404" y="3041567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3976453" y="2961517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4056503" y="2881467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4136553" y="2801418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4216602" y="2721368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4296652" y="2641319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4376701" y="2561269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4456751" y="2481220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4536800" y="2401170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4616850" y="2321121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4696899" y="2241071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4776949" y="2161021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4856999" y="2080972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4937048" y="2000922"/>
            <a:ext cx="80050" cy="8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666552" y="1778239"/>
            <a:ext cx="58218" cy="18081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24770" y="1959057"/>
            <a:ext cx="58218" cy="16985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782987" y="2128916"/>
            <a:ext cx="58218" cy="15890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841205" y="2287817"/>
            <a:ext cx="58218" cy="14794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899423" y="2435758"/>
            <a:ext cx="58218" cy="13698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957641" y="2572742"/>
            <a:ext cx="58218" cy="12602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015859" y="2698766"/>
            <a:ext cx="58218" cy="11506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074077" y="2813832"/>
            <a:ext cx="58218" cy="10410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132295" y="2917939"/>
            <a:ext cx="58218" cy="9314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190512" y="3011088"/>
            <a:ext cx="58218" cy="8219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48730" y="3093278"/>
            <a:ext cx="58218" cy="7123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306948" y="3164509"/>
            <a:ext cx="58218" cy="6027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365166" y="3224782"/>
            <a:ext cx="58218" cy="4931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423384" y="3274095"/>
            <a:ext cx="58218" cy="3835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481602" y="3312451"/>
            <a:ext cx="58218" cy="2739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539820" y="3339847"/>
            <a:ext cx="58218" cy="1643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598037" y="3356285"/>
            <a:ext cx="58218" cy="547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3656255" y="3356285"/>
            <a:ext cx="58218" cy="547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V="1">
            <a:off x="3714473" y="3339847"/>
            <a:ext cx="58218" cy="1643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3772691" y="3312451"/>
            <a:ext cx="58218" cy="2739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V="1">
            <a:off x="3830909" y="3274095"/>
            <a:ext cx="58218" cy="3835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V="1">
            <a:off x="3889127" y="3224782"/>
            <a:ext cx="58218" cy="4931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V="1">
            <a:off x="3947345" y="3164509"/>
            <a:ext cx="58218" cy="6027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V="1">
            <a:off x="4005562" y="3093278"/>
            <a:ext cx="58218" cy="7123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V="1">
            <a:off x="4063780" y="3011088"/>
            <a:ext cx="58218" cy="8219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V="1">
            <a:off x="4121998" y="2917939"/>
            <a:ext cx="58218" cy="9314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V="1">
            <a:off x="4180216" y="2813832"/>
            <a:ext cx="58218" cy="10410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V="1">
            <a:off x="4238434" y="2698766"/>
            <a:ext cx="58218" cy="11506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V="1">
            <a:off x="4296652" y="2572742"/>
            <a:ext cx="58218" cy="12602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V="1">
            <a:off x="4354870" y="2435758"/>
            <a:ext cx="58218" cy="13698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V="1">
            <a:off x="4413087" y="2287817"/>
            <a:ext cx="58218" cy="14794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V="1">
            <a:off x="4471305" y="2128916"/>
            <a:ext cx="58218" cy="15890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4529523" y="1959057"/>
            <a:ext cx="58218" cy="16985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4587741" y="1778239"/>
            <a:ext cx="58218" cy="18081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V="1">
            <a:off x="2870314" y="4407239"/>
            <a:ext cx="49121" cy="22334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2919436" y="4211774"/>
            <a:ext cx="49121" cy="19546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V="1">
            <a:off x="2968557" y="4042330"/>
            <a:ext cx="49121" cy="16944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V="1">
            <a:off x="3017678" y="3897048"/>
            <a:ext cx="49121" cy="14528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V="1">
            <a:off x="3066800" y="3774069"/>
            <a:ext cx="49121" cy="12297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V="1">
            <a:off x="3115921" y="3671535"/>
            <a:ext cx="49121" cy="10253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3165042" y="3587587"/>
            <a:ext cx="49121" cy="8394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V="1">
            <a:off x="3214163" y="3520367"/>
            <a:ext cx="49121" cy="6722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3263285" y="3468016"/>
            <a:ext cx="49121" cy="5235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3312406" y="3428675"/>
            <a:ext cx="49121" cy="3934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3361527" y="3400486"/>
            <a:ext cx="49121" cy="2818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V="1">
            <a:off x="3410649" y="3381590"/>
            <a:ext cx="49121" cy="1889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3459770" y="3370129"/>
            <a:ext cx="49121" cy="1146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3508891" y="3364243"/>
            <a:ext cx="49121" cy="588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3558013" y="3362074"/>
            <a:ext cx="49121" cy="216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flipV="1">
            <a:off x="3607134" y="3361765"/>
            <a:ext cx="49121" cy="31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V="1">
            <a:off x="3656255" y="3361455"/>
            <a:ext cx="49121" cy="31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V="1">
            <a:off x="3705377" y="3359287"/>
            <a:ext cx="49121" cy="216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flipV="1">
            <a:off x="3754498" y="3353401"/>
            <a:ext cx="49121" cy="588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V="1">
            <a:off x="3803619" y="3341939"/>
            <a:ext cx="49121" cy="1146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3852741" y="3323043"/>
            <a:ext cx="49121" cy="1889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flipV="1">
            <a:off x="3901862" y="3294854"/>
            <a:ext cx="49121" cy="2818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V="1">
            <a:off x="3950983" y="3255514"/>
            <a:ext cx="49121" cy="3934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V="1">
            <a:off x="4000104" y="3203162"/>
            <a:ext cx="49121" cy="5235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4049226" y="3135942"/>
            <a:ext cx="49121" cy="6722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V="1">
            <a:off x="4098347" y="3051994"/>
            <a:ext cx="49121" cy="8394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4147468" y="2949461"/>
            <a:ext cx="49121" cy="10253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flipV="1">
            <a:off x="4196590" y="2826482"/>
            <a:ext cx="49121" cy="12297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V="1">
            <a:off x="4245711" y="2681200"/>
            <a:ext cx="49121" cy="14528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flipV="1">
            <a:off x="4294832" y="2511755"/>
            <a:ext cx="49121" cy="16944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4343954" y="2316290"/>
            <a:ext cx="49121" cy="19546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flipV="1">
            <a:off x="4393075" y="2092946"/>
            <a:ext cx="49121" cy="22334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flipV="1">
            <a:off x="4442196" y="1839864"/>
            <a:ext cx="49121" cy="25308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flipV="1">
            <a:off x="3656255" y="3194033"/>
            <a:ext cx="45483" cy="16773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flipV="1">
            <a:off x="3701738" y="3124556"/>
            <a:ext cx="45483" cy="6947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flipV="1">
            <a:off x="3747221" y="3071245"/>
            <a:ext cx="45483" cy="5331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flipV="1">
            <a:off x="3792703" y="3026301"/>
            <a:ext cx="45483" cy="4494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3838186" y="2986705"/>
            <a:ext cx="45483" cy="3959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flipV="1">
            <a:off x="3883669" y="2950907"/>
            <a:ext cx="45483" cy="3579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flipV="1">
            <a:off x="3929151" y="2917988"/>
            <a:ext cx="45483" cy="3291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flipV="1">
            <a:off x="3974634" y="2887347"/>
            <a:ext cx="45483" cy="3064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V="1">
            <a:off x="4020117" y="2858569"/>
            <a:ext cx="45483" cy="2877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flipV="1">
            <a:off x="4065600" y="2831350"/>
            <a:ext cx="45483" cy="2721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flipV="1">
            <a:off x="4111082" y="2805461"/>
            <a:ext cx="45483" cy="2588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flipV="1">
            <a:off x="4156565" y="2780724"/>
            <a:ext cx="45483" cy="2473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 flipV="1">
            <a:off x="4202048" y="2756999"/>
            <a:ext cx="45483" cy="2372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 flipV="1">
            <a:off x="4247530" y="2734169"/>
            <a:ext cx="45483" cy="2282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flipV="1">
            <a:off x="4293013" y="2712142"/>
            <a:ext cx="45483" cy="2202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flipV="1">
            <a:off x="4338496" y="2690837"/>
            <a:ext cx="45483" cy="2130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flipV="1">
            <a:off x="4383978" y="2670188"/>
            <a:ext cx="45483" cy="2064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flipV="1">
            <a:off x="4429461" y="2650138"/>
            <a:ext cx="45483" cy="20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 flipV="1">
            <a:off x="4474944" y="2630638"/>
            <a:ext cx="45483" cy="1950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 flipV="1">
            <a:off x="4520427" y="2611645"/>
            <a:ext cx="45483" cy="1899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flipV="1">
            <a:off x="4565909" y="2593121"/>
            <a:ext cx="45483" cy="1852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 flipV="1">
            <a:off x="4611392" y="2575032"/>
            <a:ext cx="45483" cy="180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 flipV="1">
            <a:off x="4656875" y="2557351"/>
            <a:ext cx="45483" cy="1768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 flipV="1">
            <a:off x="4702357" y="2540050"/>
            <a:ext cx="45483" cy="1730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flipV="1">
            <a:off x="4747840" y="2523105"/>
            <a:ext cx="45483" cy="1694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flipV="1">
            <a:off x="4793323" y="2506496"/>
            <a:ext cx="45483" cy="1660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flipV="1">
            <a:off x="4838805" y="2490204"/>
            <a:ext cx="45483" cy="1629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flipV="1">
            <a:off x="4884288" y="2474211"/>
            <a:ext cx="45483" cy="1599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 flipV="1">
            <a:off x="4929771" y="2458501"/>
            <a:ext cx="45483" cy="1571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 flipV="1">
            <a:off x="4975254" y="2443059"/>
            <a:ext cx="45483" cy="1544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flipV="1">
            <a:off x="5020736" y="2427873"/>
            <a:ext cx="45483" cy="1518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 flipV="1">
            <a:off x="5066219" y="2412930"/>
            <a:ext cx="45483" cy="1494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flipV="1">
            <a:off x="5111702" y="2398218"/>
            <a:ext cx="45483" cy="1471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flipV="1">
            <a:off x="5157184" y="2383728"/>
            <a:ext cx="45483" cy="1449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3903681" y="1815353"/>
            <a:ext cx="38205" cy="20684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941887" y="2022198"/>
            <a:ext cx="38205" cy="15803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3980092" y="2180237"/>
            <a:ext cx="38205" cy="12468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4018298" y="2304920"/>
            <a:ext cx="38205" cy="10088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056503" y="2405801"/>
            <a:ext cx="38205" cy="8330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4094709" y="2489101"/>
            <a:ext cx="38205" cy="6994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4132914" y="2559047"/>
            <a:ext cx="38205" cy="5956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4171119" y="2618613"/>
            <a:ext cx="38205" cy="5133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209325" y="2669949"/>
            <a:ext cx="38205" cy="4470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247530" y="2714651"/>
            <a:ext cx="38205" cy="392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4285736" y="2753927"/>
            <a:ext cx="38205" cy="3478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4323941" y="2788707"/>
            <a:ext cx="38205" cy="3101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4362147" y="2819723"/>
            <a:ext cx="38205" cy="2783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4400352" y="2847554"/>
            <a:ext cx="38205" cy="2511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4438558" y="2872667"/>
            <a:ext cx="38205" cy="2277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4476763" y="2895441"/>
            <a:ext cx="38205" cy="2074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4514969" y="2916188"/>
            <a:ext cx="38205" cy="1898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4553174" y="2935168"/>
            <a:ext cx="38205" cy="1742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4591380" y="2952597"/>
            <a:ext cx="38205" cy="1606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4629585" y="2968658"/>
            <a:ext cx="38205" cy="1484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4667791" y="2983506"/>
            <a:ext cx="38205" cy="1376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4705996" y="2997273"/>
            <a:ext cx="38205" cy="1280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4744201" y="3010072"/>
            <a:ext cx="38205" cy="1193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4782407" y="3022004"/>
            <a:ext cx="38205" cy="1114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4820612" y="3033152"/>
            <a:ext cx="38205" cy="1044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4858818" y="3043592"/>
            <a:ext cx="38205" cy="979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4897023" y="3053389"/>
            <a:ext cx="38205" cy="921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4935229" y="3062601"/>
            <a:ext cx="38205" cy="867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4973434" y="3071279"/>
            <a:ext cx="38205" cy="81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5011640" y="3079467"/>
            <a:ext cx="38205" cy="773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5049845" y="3087206"/>
            <a:ext cx="38205" cy="732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5088051" y="3094532"/>
            <a:ext cx="38205" cy="694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5126256" y="3101478"/>
            <a:ext cx="38205" cy="659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5164462" y="3108071"/>
            <a:ext cx="38205" cy="626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2109844" y="3609191"/>
            <a:ext cx="38205" cy="626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2148049" y="3615458"/>
            <a:ext cx="38205" cy="659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2186254" y="3622052"/>
            <a:ext cx="38205" cy="694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2224460" y="3628997"/>
            <a:ext cx="38205" cy="732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2262665" y="3636323"/>
            <a:ext cx="38205" cy="773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2300871" y="3644063"/>
            <a:ext cx="38205" cy="81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2339076" y="3652251"/>
            <a:ext cx="38205" cy="867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2377282" y="3660928"/>
            <a:ext cx="38205" cy="921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2415487" y="3670140"/>
            <a:ext cx="38205" cy="979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2453693" y="3679937"/>
            <a:ext cx="38205" cy="1044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2491898" y="3690377"/>
            <a:ext cx="38205" cy="1114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2530104" y="3701526"/>
            <a:ext cx="38205" cy="1193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2568309" y="3713457"/>
            <a:ext cx="38205" cy="1280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2606515" y="3726257"/>
            <a:ext cx="38205" cy="1376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2644720" y="3740024"/>
            <a:ext cx="38205" cy="1484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2682926" y="3754871"/>
            <a:ext cx="38205" cy="1606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2721131" y="3770932"/>
            <a:ext cx="38205" cy="1742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2759336" y="3788361"/>
            <a:ext cx="38205" cy="1898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2797542" y="3807341"/>
            <a:ext cx="38205" cy="2074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2835747" y="3828088"/>
            <a:ext cx="38205" cy="2277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2873953" y="3850862"/>
            <a:ext cx="38205" cy="2511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2912158" y="3875975"/>
            <a:ext cx="38205" cy="2783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2950364" y="3903806"/>
            <a:ext cx="38205" cy="3101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2988569" y="3934822"/>
            <a:ext cx="38205" cy="3478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3026775" y="3969603"/>
            <a:ext cx="38205" cy="392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3064980" y="4008879"/>
            <a:ext cx="38205" cy="4470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3103186" y="4053580"/>
            <a:ext cx="38205" cy="5133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3141391" y="4104917"/>
            <a:ext cx="38205" cy="5956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3179597" y="4164482"/>
            <a:ext cx="38205" cy="6994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3217802" y="4234429"/>
            <a:ext cx="38205" cy="8330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3256008" y="4317728"/>
            <a:ext cx="38205" cy="10088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3294213" y="4418609"/>
            <a:ext cx="38205" cy="12468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3332418" y="4543293"/>
            <a:ext cx="38205" cy="15803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4201668" y="2670048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548640" y="4892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五條都經過 (1, 1)</a:t>
            </a:r>
            <a:endParaRPr lang="en-US" sz="2100" dirty="0"/>
          </a:p>
        </p:txBody>
      </p:sp>
      <p:sp>
        <p:nvSpPr>
          <p:cNvPr id="232" name="Text 230"/>
          <p:cNvSpPr/>
          <p:nvPr/>
        </p:nvSpPr>
        <p:spPr>
          <a:xfrm>
            <a:off x="7360920" y="1783080"/>
            <a:ext cx="4251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x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x²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x³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√x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1/x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記憶橋：五條都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穿過 (1, 1)。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冪函數的辨識與性質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五條曲線嘅性質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011680"/>
                <a:gridCol w="2011680"/>
                <a:gridCol w="1920240"/>
                <a:gridCol w="3200400"/>
              </a:tblGrid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函數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定義域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值域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奇偶性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單調性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 = x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奇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 上遞增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 = x²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[0, +∞)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偶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(−∞,0] 跌，[0,+∞) 升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 = x³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奇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 上遞增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 = √x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[0, +∞)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[0, +∞)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非奇非偶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[0, +∞) 上遞增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 = 1/x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 ≠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 ≠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奇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(−∞,0)、(0,+∞) 各自遞減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冪函數的辨識與性質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練習一：係唔係冪函數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y = 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y = 5x³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邊個係冪函數？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y = 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y = 3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y = 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0.5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y = (2x)³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係唔係冪函數？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展開咗嚟睇吓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先答。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題唔展開好易答錯 —— 括號入面嗰個 2 走唔甩。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冪函數的辨識與性質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判斷係唔係冪函數：四步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 x 喺邊：喺底數位置先算數（喺指數位就係指數函數）。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 x 前面嘅係數：一定要係 1。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睇指數：一定要係常數，唔可以有 x。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三樣都啱 → 係冪函數；有一樣唔啱 → 唔係。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有括號嘅要先展開，例如 (2x)³ 展開之後係 8x³，係數係 8。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冪函數的辨識與性質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練習二：查性質表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x²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定義域係乜？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佢係奇定偶？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√x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定義域同值域？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佢係奇定偶？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1/x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佢喺 R 上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係咪遞減函數？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諗清楚先答。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題同第 5 課「兩段唔可以夾埋寫」係同一個陷阱。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冪函數的辨識與性質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冪函數＝x 喺底數、係數係 1、指數係常數。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y = 2x² 唔係冪函數（係數唔係 1）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y = 2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唔係冪函數（x 走咗上指數）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五條常用曲線，全部經過 (1, 1)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下一課：分數指數冪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√x 點解可以寫成 x</a:t>
            </a:r>
            <a:pPr algn="ctr" indent="0" marL="0">
              <a:buNone/>
            </a:pPr>
            <a:r>
              <a:rPr lang="en-US" sz="2400" baseline="300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1/2</a:t>
            </a:r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？下一課拆開嚟睇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教學調整（Accommodation）：本簡報加入圖象表徵、性質對照表與分層任務，年級學習標準不變。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2026-07-20T04:05:56Z</dcterms:created>
  <dcterms:modified xsi:type="dcterms:W3CDTF">2026-07-20T04:05:56Z</dcterms:modified>
</cp:coreProperties>
</file>