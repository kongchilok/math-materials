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單調性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睇圖判斷升跌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5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帶走一句：x 行大一步，y 高咗就係升，矮咗就係跌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單調性：睇圖判斷升跌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爬山：點知自己上緊定落緊？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遞增、遞減，兩個字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轉向點喺邊，區間點寫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單調性：睇圖判斷升跌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爬山嗰陣，點知自己係上緊斜定落緊斜？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唔使睇 GPS —— 向前行多一步，高咗定矮咗？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數學睇函數升定跌，用嘅係同一招：x 行大一步，y 高咗定矮咗？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轉換點：口頭答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單調性：睇圖判斷升跌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由左行到右：邊度跌，邊度升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21031" y="4508319"/>
            <a:ext cx="4056017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185704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502729" y="456318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77144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56520" y="4544895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059033" y="4440718"/>
            <a:ext cx="0" cy="135201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0433" y="4581471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2622369" y="4440718"/>
            <a:ext cx="0" cy="135201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3769" y="4581471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3749040" y="4440718"/>
            <a:ext cx="0" cy="135201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4581471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312376" y="4440718"/>
            <a:ext cx="0" cy="135201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83776" y="4581471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4875711" y="4440718"/>
            <a:ext cx="0" cy="135201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7111" y="4581471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5439047" y="4440718"/>
            <a:ext cx="0" cy="135201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0447" y="4581471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18104" y="3944983"/>
            <a:ext cx="135201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2784" y="382611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118104" y="3381647"/>
            <a:ext cx="135201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2784" y="3262775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18104" y="2818311"/>
            <a:ext cx="135201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82784" y="2699439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118104" y="2254976"/>
            <a:ext cx="135201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82784" y="21361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946366" y="1862894"/>
            <a:ext cx="101069" cy="25148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47435" y="2114378"/>
            <a:ext cx="101069" cy="23697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8504" y="2351355"/>
            <a:ext cx="101069" cy="22247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9573" y="2573826"/>
            <a:ext cx="101069" cy="20796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50642" y="2781790"/>
            <a:ext cx="101069" cy="19345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51711" y="2975248"/>
            <a:ext cx="101069" cy="17895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2780" y="3154200"/>
            <a:ext cx="101069" cy="16444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53849" y="3318645"/>
            <a:ext cx="101069" cy="14993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54918" y="3468584"/>
            <a:ext cx="101069" cy="13543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55987" y="3604017"/>
            <a:ext cx="101069" cy="12092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57056" y="3724943"/>
            <a:ext cx="101069" cy="10642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58125" y="3831363"/>
            <a:ext cx="101069" cy="9191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59194" y="3923276"/>
            <a:ext cx="101069" cy="7740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60263" y="4000683"/>
            <a:ext cx="101069" cy="6290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61332" y="4063584"/>
            <a:ext cx="101069" cy="4839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62402" y="4111978"/>
            <a:ext cx="101069" cy="3388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3471" y="4145866"/>
            <a:ext cx="101069" cy="1938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64540" y="4165247"/>
            <a:ext cx="101069" cy="48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3765609" y="4160491"/>
            <a:ext cx="101069" cy="963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3866678" y="4136353"/>
            <a:ext cx="101069" cy="2413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3967747" y="4097709"/>
            <a:ext cx="101069" cy="3864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068816" y="4044559"/>
            <a:ext cx="101069" cy="5315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169885" y="3976902"/>
            <a:ext cx="101069" cy="6765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270954" y="3894739"/>
            <a:ext cx="101069" cy="8216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4372023" y="3798069"/>
            <a:ext cx="101069" cy="9667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4473092" y="3686893"/>
            <a:ext cx="101069" cy="11117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4574161" y="3561211"/>
            <a:ext cx="101069" cy="12568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4675230" y="3421022"/>
            <a:ext cx="101069" cy="14018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4776299" y="3266327"/>
            <a:ext cx="101069" cy="15469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4877368" y="3097126"/>
            <a:ext cx="101069" cy="16920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4978437" y="2913418"/>
            <a:ext cx="101069" cy="18370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5079506" y="2715203"/>
            <a:ext cx="101069" cy="19821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5180575" y="2502483"/>
            <a:ext cx="101069" cy="21272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5281645" y="2275256"/>
            <a:ext cx="101069" cy="22722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75888" y="4097165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0" y="369482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最低點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721848" y="1874193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跌 ↘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4369526" y="1874193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↗ 升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喺最低點嗰度轉向</a:t>
            </a:r>
            <a:endParaRPr lang="en-US" sz="2100" dirty="0"/>
          </a:p>
        </p:txBody>
      </p:sp>
      <p:sp>
        <p:nvSpPr>
          <p:cNvPr id="71" name="Text 69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由左向右睇：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先一路跌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遞減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轉向之後一路升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→ 遞增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轉向嗰點＝最低點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單調性：睇圖判斷升跌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三個要記嘅詞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遞增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越大，y 越大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由左到右，條線向上爬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↘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遞減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越大，y 越細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由左到右，條線向下滑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單調區間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一段「一路升」或者「一路跌」嘅 x 範圍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用區間記號寫，例如 [0, +∞)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單調性：睇圖判斷升跌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由行山講到符號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行山：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向前行一步，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高咗 → 上緊斜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矮咗 → 落緊斜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61713" y="4599432"/>
            <a:ext cx="302895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4561713" y="2176272"/>
            <a:ext cx="0" cy="242316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316343" y="46542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53153" y="21396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32529" y="4636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804029" y="4168965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4875298" y="4126203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4946568" y="4083441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017837" y="4040680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5089107" y="3997918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5160376" y="3955157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231645" y="3912395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302915" y="3869633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5374184" y="3826872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445454" y="3784110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516723" y="3741348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587993" y="3698587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659262" y="3655825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730531" y="3613063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801801" y="3570302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873070" y="3527540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944340" y="3484778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6015609" y="3442017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086878" y="3399255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6158148" y="3356493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6229417" y="3313732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6300687" y="3270970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6371956" y="3228209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6443225" y="3185447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514495" y="3142685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585764" y="3099924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6657034" y="3057162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6728303" y="3014400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799573" y="2971639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870842" y="2928877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6942111" y="2886115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7013381" y="2843354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7084650" y="2800592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7155920" y="2757830"/>
            <a:ext cx="71269" cy="4276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36667" y="3775100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48247" y="3048152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78299" y="4171379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x₁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5889879" y="4171379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x₂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4581144" y="4681728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x₁ 行到 x₂，點升咗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59" name="Text 57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 x</a:t>
            </a:r>
            <a:pPr algn="l" indent="0" marL="0"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&lt; x</a:t>
            </a:r>
            <a:pPr algn="l" indent="0" marL="0"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都有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</a:t>
            </a:r>
            <a:pPr algn="l" indent="0" marL="0"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&lt; f(x</a:t>
            </a:r>
            <a:pPr algn="l" indent="0" marL="0"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就叫遞增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「x 行大，y 跟住大」＝遞增；反過來就係遞減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單調性：睇圖判斷升跌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講「遞增」嘅時候，講漏咗啲乜？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y = x² 係遞增函數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佢左半邊（x &lt; 0）其實一路跌 —— 唔可以話成個函數遞增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y = x² 喺 [0, +∞) 上遞增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一定要講埋「喺邊個區間」，唔可以淨係講遞增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轉換點：一齊講一次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單調性：睇圖判斷升跌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由圖睇單調區間：四步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由左至右睇，搵出「轉向」嗰一點。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轉向點左邊：一路升，定一路跌？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轉向點右邊：一路升，定一路跌？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每段用區間記號寫低，寫明遞增定遞減。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第一步搵唔到轉向點，成題就答唔到 —— 所以先用手指喺圖上行一次。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單調性：睇圖判斷升跌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練習一：睇圖判斷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條線由左到右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一路向上，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係遞增定遞減？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一路向下呢？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喺 x = 2 轉向：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左邊跌，右邊升。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遞減區間？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遞增區間？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舉一個函數，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佢喺 R 上一路遞增。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再舉一個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一路遞減嘅。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答案要用區間記號寫，唔好淨係講「左邊」「右邊」。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單調性：睇圖判斷升跌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x² 嘅單調區間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17309" y="4519974"/>
            <a:ext cx="3263462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106451" y="457483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455655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661219" y="4454705"/>
            <a:ext cx="0" cy="130538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619" y="459312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3205130" y="4454705"/>
            <a:ext cx="0" cy="130538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6530" y="459312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4292950" y="4454705"/>
            <a:ext cx="0" cy="130538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4350" y="459312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836861" y="4454705"/>
            <a:ext cx="0" cy="130538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261" y="459312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83771" y="3976063"/>
            <a:ext cx="130538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85719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83771" y="3432153"/>
            <a:ext cx="130538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31328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83771" y="2888243"/>
            <a:ext cx="130538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76937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83771" y="2344332"/>
            <a:ext cx="130538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2254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52437" y="1887448"/>
            <a:ext cx="70388" cy="3006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22826" y="2188048"/>
            <a:ext cx="70388" cy="28238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3214" y="2470429"/>
            <a:ext cx="70388" cy="26416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63602" y="2734593"/>
            <a:ext cx="70388" cy="24594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3991" y="2980538"/>
            <a:ext cx="70388" cy="22772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04379" y="3208265"/>
            <a:ext cx="70388" cy="20950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4768" y="3417774"/>
            <a:ext cx="70388" cy="19129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45156" y="3609065"/>
            <a:ext cx="70388" cy="17307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15544" y="3782138"/>
            <a:ext cx="70388" cy="15485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85933" y="3936992"/>
            <a:ext cx="70388" cy="13663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56321" y="4073629"/>
            <a:ext cx="70388" cy="11841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26710" y="4192047"/>
            <a:ext cx="70388" cy="1002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97098" y="4292247"/>
            <a:ext cx="70388" cy="8198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67486" y="4374228"/>
            <a:ext cx="70388" cy="6376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37875" y="4437992"/>
            <a:ext cx="70388" cy="4554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08263" y="4483537"/>
            <a:ext cx="70388" cy="2732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78652" y="4510865"/>
            <a:ext cx="70388" cy="910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749040" y="4510865"/>
            <a:ext cx="70388" cy="910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819428" y="4483537"/>
            <a:ext cx="70388" cy="2732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3889817" y="4437992"/>
            <a:ext cx="70388" cy="4554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960205" y="4374228"/>
            <a:ext cx="70388" cy="6376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4030594" y="4292247"/>
            <a:ext cx="70388" cy="8198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4100982" y="4192047"/>
            <a:ext cx="70388" cy="1002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4171370" y="4073629"/>
            <a:ext cx="70388" cy="118418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241759" y="3936992"/>
            <a:ext cx="70388" cy="136636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312147" y="3782138"/>
            <a:ext cx="70388" cy="15485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382536" y="3609065"/>
            <a:ext cx="70388" cy="173073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452924" y="3417774"/>
            <a:ext cx="70388" cy="191291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4523312" y="3208265"/>
            <a:ext cx="70388" cy="209509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4593701" y="2980538"/>
            <a:ext cx="70388" cy="227727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4664089" y="2734593"/>
            <a:ext cx="70388" cy="24594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4734478" y="2470429"/>
            <a:ext cx="70388" cy="264164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4804866" y="2188048"/>
            <a:ext cx="70388" cy="282382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4875254" y="1887448"/>
            <a:ext cx="70388" cy="300600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75888" y="4446822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0" y="404448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轉向點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956895" y="186253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跌 ↘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4078145" y="186253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↗ 升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x² 喺 x = 0 嗰度轉向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轉向點：x = 0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 (−∞, 0]：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一路跌 → 遞減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右邊 [0, +∞)：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一路升 → 遞增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兩邊都寫，冇問題。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單調性：睇圖判斷升跌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兩段可唔可以合埋一齊寫？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遞增區間係 (−∞, 0] ∪ [0, +∞)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咁樣寫等於話成個 R 都遞增 —— 但左半邊明明跌緊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遞減區間 (−∞, 0]；遞增區間 [0, +∞)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兩段分開寫，各自講明升定跌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單調性：睇圖判斷升跌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練習二：判斷同寫區間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3x + 1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佢喺 R 上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遞增定遞減？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−2x + 5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遞增定遞減？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用一句講點解。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喺 x = −1 轉向，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左邊升、右邊跌。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寫低佢嘅遞增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同遞減區間。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每題都要寫埋區間，唔好淨係答「遞增」。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單調性：睇圖判斷升跌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行大一步，y 高咗就係遞增，矮咗就係遞減。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講遞增遞減，一定要講埋「喺邊個區間」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用區間記號寫，唔好淨係講「左邊」「右邊」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兩段要分開寫，唔可以用 ∪ 夾埋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下一課：單調性嘅證明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睇圖只係睇到 —— 下一課用五步框架，正式寫出嚟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教學調整（Accommodation）：本簡報加入圖象表徵、步驟卡與分層任務，年級學習標準不變。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2026-07-20T03:54:46Z</dcterms:created>
  <dcterms:modified xsi:type="dcterms:W3CDTF">2026-07-20T03:54:46Z</dcterms:modified>
</cp:coreProperties>
</file>