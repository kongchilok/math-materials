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總複習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11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十課嘅重點，收埋喺四個框架入面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十課地圖：學過啲乜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四個框架：照住寫就得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四個陷阱：最易錯嗰啲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綜合練習：三組，揀一層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今日停三次，每次做一組。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前五課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585216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學咗乜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一句記住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函數嘅概念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 x 只可以配一個 y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區間記號與定義域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根號 ≥ 0，分母 ≠ 0，再取交集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三種表示法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式子、表格、圖象，講緊同一件事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分段函數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先睇 x 落邊一段，再揀嗰條式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單調性睇圖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大 y 大＝升；x 大 y 細＝跌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後五課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585216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學咗乜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一句記住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單調性證明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取值 → 作差 → 變形 → 定號 → 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奇偶性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f(−x) = f(x) 偶；f(−x) = −f(x) 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冪函數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喺底數、係數 1、指數係常數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分數指數冪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分母開幾多次根，分子幾多次方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複合函數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外層每一個 x，整個換成內層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三條主線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咩係函數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唯一對應、三要素、定義域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1–4 課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函數嘅性質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升跌（單調性）同對稱（奇偶性）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5–7 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具體嘅函數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冪函數、分數指數、複合函數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8–10 課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四個固定框架：照住寫就得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要做乜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用邊個框架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求定義域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根號 ≥ 0 → 分母 ≠ 0 → 取交集 → 用區間寫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證單調性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取值 → 作差 → 變形 → 定號 → 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判奇偶性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求定義域 → 驗對稱 → 代 f(−x) → 比對 → 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求複合函數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認內外層 → 換晒啲 x → 展開 → 整理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四個最易踩嘅陷阱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39062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3906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一個 y 唔可以配兩個 x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x 配同一個 y 完全冇問題（第 1 課）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610612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4091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4091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610612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= x² 嘅遞增區間係 (−∞,0] ∪ [0,+∞)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兩段要分開寫，唔可以用 ∪ 夾埋（第 5 課）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276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276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3712464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a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−a²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負指數係擺落分母：1/a²（第 9 課）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4814316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4461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446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91640" y="4814316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f(g(x)) = g(f(x))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次序調轉，答案通常唔同（第 10 課）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綜合一：概念同定義域（第 1–4 課）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√(x − 3)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定義域？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②「每個人 → 佢嘅生日」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係唔係函數？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√(x+2) / (x−1)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定義域？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x 同 y = x²/x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係唔係同一函數？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2x　（x ≥ 0）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 = −x　（x &lt; 0）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f(3) + f(−4) = ?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綜合二：函數嘅性質（第 5–7 課）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5x + 2 喺 R 上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遞增定遞減？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x² 係奇定偶？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用五步證明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f(x) = 3x − 1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喺 R 上遞增。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x³ + 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判斷佢嘅奇偶性。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佢喺 R 上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係咪遞增？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綜合三：冪函數同複合（第 8–10 課）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係唔係冪函數？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8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x + 1，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g(x) = 2x，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f(g(x))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√x，g(x) = x − 3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求 f(g(x))。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佢嘅定義域係乜？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單元二 總複習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成個單元，一路都喺答同一條問題：呢個 x，配到咩 y？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配唔配到、配到幾多個 → 係唔係函數（第 1–4 課）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配出嚟嘅 y 點樣變 → 升跌同對稱（第 5–7 課）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幾種常見嘅配法 → 冪函數同複合函數（第 8–10 課）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單元二 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記住嗰四個框架 —— 考試嗰陣照住寫，唔使另外諗格式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教學調整（Accommodation）：本簡報加入單元地圖、固定框架與分層任務，年級學習標準不變。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2026-07-20T04:05:57Z</dcterms:created>
  <dcterms:modified xsi:type="dcterms:W3CDTF">2026-07-20T04:05:57Z</dcterms:modified>
</cp:coreProperties>
</file>