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複合函數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10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帶走一句：把外層每一個 x，整個換成內層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兩台機器串埋一齊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f(g(x))：換咗佢就得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順序唔同，答案唔同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一台機器 ×2，另一台 +3。先入邊台，答案會唔會唔同？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 5：先 ×2 再 +3 得 13；先 +3 再 ×2 得 16。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同樣兩台機，次序調轉，答案就唔同 —— 呢個就係今日最重要嗰件事。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轉換點：心算 + 舉手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兩台機器串埋一齊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89279" y="2843784"/>
            <a:ext cx="921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47113" y="3118104"/>
            <a:ext cx="224028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07717" y="2660904"/>
            <a:ext cx="683514" cy="914400"/>
          </a:xfrm>
          <a:prstGeom prst="roundRect">
            <a:avLst>
              <a:gd name="adj" fmla="val 13378"/>
            </a:avLst>
          </a:prstGeom>
          <a:solidFill>
            <a:srgbClr val="5E8574"/>
          </a:solidFill>
          <a:ln/>
        </p:spPr>
      </p:sp>
      <p:sp>
        <p:nvSpPr>
          <p:cNvPr id="10" name="Text 8"/>
          <p:cNvSpPr/>
          <p:nvPr/>
        </p:nvSpPr>
        <p:spPr>
          <a:xfrm>
            <a:off x="2307717" y="2660904"/>
            <a:ext cx="68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027807" y="3118104"/>
            <a:ext cx="224028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88411" y="2843784"/>
            <a:ext cx="921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46245" y="3118104"/>
            <a:ext cx="224028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06849" y="2660904"/>
            <a:ext cx="683514" cy="914400"/>
          </a:xfrm>
          <a:prstGeom prst="roundRect">
            <a:avLst>
              <a:gd name="adj" fmla="val 13378"/>
            </a:avLst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4506849" y="2660904"/>
            <a:ext cx="68351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226939" y="3118104"/>
            <a:ext cx="224028" cy="0"/>
          </a:xfrm>
          <a:prstGeom prst="line">
            <a:avLst/>
          </a:prstGeom>
          <a:noFill/>
          <a:ln w="25400">
            <a:solidFill>
              <a:srgbClr val="5E857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487543" y="2843784"/>
            <a:ext cx="9212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f(g(x))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364845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30168" y="3648456"/>
            <a:ext cx="3090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外層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77240" y="4562856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先入 g 機，個結果再入 f 機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入內層 g，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出返 g(x)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再入外層 f，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出返 f(g(x))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入面嗰個＝內層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出面嗰個＝外層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求 f(g(x))：四步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認清楚邊個係內層 g、邊個係外層 f。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喺 f(x) 條式度，把每一個 x 整個換成 g(x)。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展開，化簡。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整理成標準樣，再檢查一次。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第二步係成課嘅重點：係「每一個」x 都要換，唔可以淨係換第一個。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示範：f(x) = x² + 1，g(x) = 2x − 3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寫乜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① 認內外層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內層 g(x) = 2x − 3；外層 f(x) = x² + 1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② 代入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f(g(x)) = (2x − 3)² + 1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③ 展開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(2x − 3)² = 4x² − 12x + 9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④ 整理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f(g(x)) = 4x² − 12x + 9 + 1 = 4x² − 12x + 10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f(g(x)) 同 g(f(x)) 一唔一樣？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兩個都係「f 同 g 複合」，所以一樣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調轉次序即係調轉「邊台機先做」—— 答案通常唔同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要睇清楚邊個喺入面、邊個喺出面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 f(g(x)) 嗰陣，g 喺括號入面 → g 係內層，先做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練習一：求 f(g(x))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 + 5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= 2x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f(g(x))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x²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= x + 3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f(g(x))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（記得展開）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2x² − 1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= x − 4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f(g(x))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整理埋佢。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每一個 x 都要換，唔好漏。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換個次序，答案唔同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 g 後 f：f(g(x))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68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x²，g(x) = x + 1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f(g(x)) = (x + 1)²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= x² + 2x + 1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603504"/>
          </a:xfrm>
          <a:prstGeom prst="roundRect">
            <a:avLst>
              <a:gd name="adj" fmla="val 15152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508760"/>
            <a:ext cx="5349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 f 後 g：g(f(x))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583680" y="2286000"/>
            <a:ext cx="47091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同樣兩條式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g(f(x)) = x² + 1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（把 g 入面嘅 x</a:t>
            </a:r>
            <a:endParaRPr lang="en-US" sz="2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換成 x²）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x² + 2x + 1 唔等於 x² + 1 —— 所以做複合一定要先睇清楚邊個喺入面。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複合函數嘅定義域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657600"/>
                <a:gridCol w="466344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要求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點解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例：f(x) = √x，g(x) = x − 2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內層算得出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g(x) 本身要有得計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g(x) = x − 2，任何 x 都得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結果入到外層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g(x) 要落喺 f 嘅定義域入面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√ 入面要 ≥ 0 → x − 2 ≥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最後答案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兩個條件夾埋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f(g(x)) = √(x − 2)，定義域 x ≥ 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練習二：次序同定義域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 + 1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= 3x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f(g(x))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g(f(x))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√x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= x − 5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f(g(x))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定義域係乜？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1/x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g(x) = x + 2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f(g(x))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定義域係乜？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（今次係分母）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題兩個答案唔同 —— 寫完自己對一對。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複合函數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把外層條式入面每一個 x，整個換成內層。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f(g(x))：括號入面嗰個 g 係內層，佢先做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f(g(x)) 通常唔等於 g(f(x)) —— 次序好緊要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定義域：內層計得出，個結果仲要入到外層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下一課：總複習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十堂嘅重點收埋一齊，再做一次綜合練習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教學調整（Accommodation）：本簡報加入機器串聯表徵、步驟卡與分層任務，年級學習標準不變。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2026-07-20T04:05:56Z</dcterms:created>
  <dcterms:modified xsi:type="dcterms:W3CDTF">2026-07-20T04:05:56Z</dcterms:modified>
</cp:coreProperties>
</file>