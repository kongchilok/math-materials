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分段函數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4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帶走一句：先睇 x 落喺邊一段，再揀嗰段條式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|−3| 同 |3|，邊個大？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|x| 點解要分兩段寫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停車場點收費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分層練習：揀一層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中間會停兩次，一齊做練習。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|−3| 係幾多？|3| 又係幾多？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絕對值 = 喺數線上，離開 0 有幾遠。方向唔計。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兩個都係 3。同一個答案，但一個要加負號先得，一個唔使 —— 呢個就係「要分段」嘅起點。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轉換點：一齊答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絕對值：三種情況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絕對值就係佢自己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|3| = 3　　|7| = 7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零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絕對值係 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|0| = 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負數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絕對值係佢嘅相反數（加負號）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|−3| = −(−3) = 3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|x| 嘅圖象：一個 V 字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5029" y="4395651"/>
            <a:ext cx="5408023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 flipV="1">
            <a:off x="3749040" y="1691640"/>
            <a:ext cx="0" cy="315468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178731" y="445051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40480" y="16550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19856" y="4432227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1495697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67097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flipV="1">
            <a:off x="2246811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18211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flipV="1">
            <a:off x="2997926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69326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 flipV="1">
            <a:off x="4500154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71554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 flipV="1">
            <a:off x="5251269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2669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 flipV="1">
            <a:off x="6002383" y="4305518"/>
            <a:ext cx="0" cy="180267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73783" y="4468803"/>
            <a:ext cx="457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8906" y="3644537"/>
            <a:ext cx="180267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525665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8906" y="2893423"/>
            <a:ext cx="180267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774551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8906" y="2142309"/>
            <a:ext cx="180267" cy="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023437"/>
            <a:ext cx="384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 flipV="1">
            <a:off x="3749040" y="432937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815315" y="426310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3881590" y="419682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947864" y="413055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4014139" y="406427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4080414" y="399800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4146689" y="393172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212964" y="386545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4279238" y="379917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flipV="1">
            <a:off x="4345513" y="373290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4411788" y="366662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478063" y="360035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4544337" y="353407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4610612" y="346780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4676887" y="340153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4743162" y="3335255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4809437" y="326898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4875711" y="3202705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4941986" y="313643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5008261" y="307015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5074536" y="3003881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5140811" y="293760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5207085" y="2871331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5273360" y="280505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5339635" y="273878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5405910" y="267250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5472185" y="260623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5538459" y="253995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flipV="1">
            <a:off x="5604734" y="247368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5671009" y="240740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5737284" y="234113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5803558" y="227485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5869833" y="220858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936108" y="214230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495697" y="214230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561972" y="220858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628247" y="227485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694522" y="234113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760796" y="240740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7071" y="247368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893346" y="253995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959621" y="260623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025895" y="267250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092170" y="273878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2158445" y="280505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224720" y="2871331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290995" y="293760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357269" y="3003881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2423544" y="3070156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2489819" y="313643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2556094" y="3202705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2622369" y="326898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2688643" y="3335255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2754918" y="3401530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821193" y="346780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887468" y="353407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953743" y="360035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020017" y="3666629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086292" y="3732904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3152567" y="379917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218842" y="386545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85116" y="3931728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3351391" y="3998003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417666" y="406427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3483941" y="413055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3550216" y="419682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616490" y="4263102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682765" y="4329377"/>
            <a:ext cx="66275" cy="66275"/>
          </a:xfrm>
          <a:prstGeom prst="line">
            <a:avLst/>
          </a:prstGeom>
          <a:noFill/>
          <a:ln w="30480">
            <a:solidFill>
              <a:srgbClr val="5E8574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782639" y="176152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endParaRPr lang="en-US" sz="1500" dirty="0"/>
          </a:p>
        </p:txBody>
      </p:sp>
      <p:sp>
        <p:nvSpPr>
          <p:cNvPr id="99" name="Text 97"/>
          <p:cNvSpPr/>
          <p:nvPr/>
        </p:nvSpPr>
        <p:spPr>
          <a:xfrm>
            <a:off x="1252401" y="176152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−x</a:t>
            </a:r>
            <a:endParaRPr lang="en-US" sz="1500" dirty="0"/>
          </a:p>
        </p:txBody>
      </p:sp>
      <p:sp>
        <p:nvSpPr>
          <p:cNvPr id="100" name="Text 98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兩條射線砌成一個 V 字</a:t>
            </a:r>
            <a:endParaRPr lang="en-US" sz="2100" dirty="0"/>
          </a:p>
        </p:txBody>
      </p:sp>
      <p:sp>
        <p:nvSpPr>
          <p:cNvPr id="101" name="Text 99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≥ 0 嗰邊：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 = 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&lt; 0 嗰邊：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y = −x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同一個函數，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要兩條式先寫得晒。</a:t>
            </a:r>
            <a:endParaRPr lang="en-US" sz="2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咩叫分段函數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切開定義域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 嘅範圍分成幾段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例如：x ≥ 0 一段，x &lt; 0 一段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每段一條式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唔同段，用唔同條式計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≥ 0 用 y = x；x &lt; 0 用 y = −x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但佢係一個函數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唔係幾個函數黐埋，係一個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x 依然只配到一個 y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|x| 係一個函數，定係兩個？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係兩個函數黐埋一齊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如果係兩個，同一個 x 就會有兩個答案 —— 但實情冇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310128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90088"/>
            <a:ext cx="9692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係一個函數，分兩段寫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分段只係「寫法」上拆開，「函數」本身冇拆開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轉換點：一齊講一次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分段函數求值：四步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睇清楚個 x 落喺邊一段。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揀返嗰一段對應嗰條式。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代入計出答案。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檢查：答案合唔合理？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第一步做錯，之後三步全部白做 —— 所以要先圈住範圍，再落筆。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停車場收費：三段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429768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泊幾耐 t（鐘）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點收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條式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0 &lt; t ≤ 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免費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 &lt; t ≤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每個鐘 10 元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10(t − 1)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&gt; 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 3 鐘 20 元，之後每鐘 15 元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y = 20 + 15(t − 3)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練習一：絕對值同分段求值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|−7|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|5|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|0| = ?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= x + 1（x ≥ 0）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　　 = −x　　（x &lt; 0）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f(2) = ?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f(−3) = ?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f(x) 同 B 題一樣。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邊啲 x 會令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f(x) = 3？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搵晒出嚟。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 題唔止一個答案 —— 記唔記得第 1 課講過，兩個 x 配同一個 y 係得嘅？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示範：泊咗 5 個鐘，幾多錢？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49040" y="3008376"/>
            <a:ext cx="2651760" cy="0"/>
          </a:xfrm>
          <a:prstGeom prst="line">
            <a:avLst/>
          </a:prstGeom>
          <a:noFill/>
          <a:ln w="76200">
            <a:solidFill>
              <a:srgbClr val="5E857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008376"/>
            <a:ext cx="5760720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981200" y="2916936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0688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749040" y="2916936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16880" y="2916936"/>
            <a:ext cx="0" cy="182880"/>
          </a:xfrm>
          <a:prstGeom prst="line">
            <a:avLst/>
          </a:prstGeom>
          <a:noFill/>
          <a:ln w="15240">
            <a:solidFill>
              <a:srgbClr val="202A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42560" y="31363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25440" y="2916936"/>
            <a:ext cx="182880" cy="182880"/>
          </a:xfrm>
          <a:prstGeom prst="ellipse">
            <a:avLst/>
          </a:prstGeom>
          <a:solidFill>
            <a:srgbClr val="2E4A40"/>
          </a:solidFill>
          <a:ln w="25400">
            <a:solidFill>
              <a:srgbClr val="2E4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59680" y="2441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&gt; 3，所以落喺第三段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5 &gt; 3 → 第三段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y = 20 + 15(t − 3)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y = 20 + 15(5 − 3)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= 20 + 30 = 50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④ 檢查：1–3 鐘 = 2 × 10 = 20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3–5 鐘 = 2 × 15 = 30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20 + 30 = 50 ✓</a:t>
            </a:r>
            <a:endParaRPr lang="en-US" sz="2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練習二：返去停車場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泊 0.5 個鐘，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要畀幾多錢？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（睇清楚第一段）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泊 2 個鐘，幾多錢？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泊 4 個鐘，幾多錢？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（兩題唔同段）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有人畀咗 65 元，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佢泊咗幾耐？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（今次由 y 倒返轉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 搵 t）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每題都照四步寫：邊一段 → 邊條式 → 代入 → 檢查。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轉換點：自己揀一層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分段函數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先睇 x 落喺邊一段，再揀嗰段條式。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分段只係寫法拆開，佢仍然係一個函數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每一段都要寫清楚 x 嘅範圍，唔可以漏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計完檢查一次：呢個答案合唔合理？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下一課：單調性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睇住條線由左行到右 —— 係向上爬，定係向下滑？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教學調整（Accommodation）：本簡報加入數線表徵、步驟卡與分層任務，年級學習標準不變。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2026-07-20T03:49:50Z</dcterms:created>
  <dcterms:modified xsi:type="dcterms:W3CDTF">2026-07-20T03:49:50Z</dcterms:modified>
</cp:coreProperties>
</file>