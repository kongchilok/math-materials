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分數指數冪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9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帶走一句：分母＝開幾多次根，分子＝幾多次方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√4 = 2，咁 4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呢？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根號 ↔ 分數指數，點轉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 = 擺落分母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√4 = 2。咁 4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又係幾多？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上一課見過：√x 可以寫成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兩個寫法係同一件事 —— 開根號，其實就係「1/2 次方」。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三條核心換算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根號變分數指數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 n 次根 ＝ 1/n 次方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√a = 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；³√a = 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分子有次方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分母＝開幾多次根，分子＝幾多次方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m/n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：先開 n 次根，再 m 次方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負號＝擺落分母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−p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 / a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五條換算規則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42976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點寫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 n 次根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√4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先開根再次方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m/n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2/3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(³√8)² = 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負指數落分母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−p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1/a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−1/2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1/√9 = 1/3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同底相乘，加指數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· 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m+n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a² · a³ = 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次方再次方，乘指數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)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mn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(a²)³ = a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三個要記熟嘅數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開平方根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√4 = 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</a:t>
            </a:r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開立方根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³√8 = 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−1/2</a:t>
            </a:r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負號落分母，再開平方根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1/√9 = 1/3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負指數，個負號管緊乜？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a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−a²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負指數唔係「加個負號」—— 咁樣答，答案連正負都錯埋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a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 / a²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指數嘅負號管緊「位置」（上面定下面），唔係管緊正負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m/n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睇分母 n：要開 n 次根。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睇分子 m：要 m 次方。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兩件事邊件先做都得 —— 揀個數細嗰邊先做。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計出答案，再檢查一次合唔合理。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第三步係慳力位：8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先開根得 2，好過先計 8² = 64。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練習一：換算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√7 寫成分數指數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寫返做根號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4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27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16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兩條路都試吓：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先開根 / 先次方。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題兩條路答案一定一樣 —— 唔一樣就係計錯咗。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示範：8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兩條路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做法一：先次方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³√(8²)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³√64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4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做法二：先開根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(³√8)²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2²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4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兩條路，同一個答案。做法二啲數細好多，實際做題揀佢。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練習二：運算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a² · a³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(a²)³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（用規則四、五）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8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9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−1/2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（一步步寫）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25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5²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每一步都寫低，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唔好跳。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所有題都要寫低中間步驟，唔可以淨係寫答案。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分數指數冪的運算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分母＝開幾多次根，分子＝幾多次方。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負指數唔係加負號，係擺落分母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先開根定先次方都得 —— 揀數細嗰個先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計完檢查一次：個答案合唔合理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下一課：複合函數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兩台機器串埋一齊 —— x 入去，會出返啲乜？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教學調整（Accommodation）：本簡報加入規則對照表、步驟卡與分層任務，年級學習標準不變。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2026-07-20T04:05:56Z</dcterms:created>
  <dcterms:modified xsi:type="dcterms:W3CDTF">2026-07-20T04:05:56Z</dcterms:modified>
</cp:coreProperties>
</file>