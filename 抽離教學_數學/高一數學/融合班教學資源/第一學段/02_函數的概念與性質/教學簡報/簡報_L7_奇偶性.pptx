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奇偶性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7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帶走一句：對 y 軸就係偶，對原點就係奇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奇偶性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邊啲圖形對摺會重疊？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偶函數：對住 y 軸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奇函數：對住原點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奇偶性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邊啲圖形對摺之後，兩邊啱啱好重疊？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心形、蝴蝶、字母 A —— 對摺就重疊。咁字母 S 呢？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 對摺唔重疊，但轉 180° 就重疊。函數都有呢兩種對稱。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轉換點：口頭答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奇偶性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偶函數：對住 y 軸摺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4965" y="4472036"/>
            <a:ext cx="3208149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749040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78795" y="45269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45086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679657" y="4407873"/>
            <a:ext cx="0" cy="128326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1057" y="45451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3214348" y="4407873"/>
            <a:ext cx="0" cy="128326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5748" y="45451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4283732" y="4407873"/>
            <a:ext cx="0" cy="128326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5132" y="45451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818423" y="4407873"/>
            <a:ext cx="0" cy="128326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9823" y="45451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84877" y="3937344"/>
            <a:ext cx="128326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81847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84877" y="3402653"/>
            <a:ext cx="128326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28378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84877" y="2867961"/>
            <a:ext cx="128326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749089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84877" y="2333270"/>
            <a:ext cx="128326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21439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47003" y="3268980"/>
            <a:ext cx="1604075" cy="0"/>
          </a:xfrm>
          <a:prstGeom prst="line">
            <a:avLst/>
          </a:prstGeom>
          <a:noFill/>
          <a:ln w="16510">
            <a:solidFill>
              <a:srgbClr val="4E5C5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572719" y="1884129"/>
            <a:ext cx="69195" cy="29550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41914" y="2179634"/>
            <a:ext cx="69195" cy="27759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11109" y="2457229"/>
            <a:ext cx="69195" cy="25968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80305" y="2716916"/>
            <a:ext cx="69195" cy="24177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49500" y="2958692"/>
            <a:ext cx="69195" cy="22386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18696" y="3182560"/>
            <a:ext cx="69195" cy="20595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87891" y="3388518"/>
            <a:ext cx="69195" cy="18804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57086" y="3576566"/>
            <a:ext cx="69195" cy="17013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26282" y="3746706"/>
            <a:ext cx="69195" cy="15223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95477" y="3898935"/>
            <a:ext cx="69195" cy="13432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64672" y="4033256"/>
            <a:ext cx="69195" cy="11641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3868" y="4149667"/>
            <a:ext cx="69195" cy="9850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03063" y="4248169"/>
            <a:ext cx="69195" cy="8059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2259" y="4328761"/>
            <a:ext cx="69195" cy="6268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41454" y="4391444"/>
            <a:ext cx="69195" cy="4477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10649" y="4436217"/>
            <a:ext cx="69195" cy="2686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79845" y="4463081"/>
            <a:ext cx="69195" cy="895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749040" y="4463081"/>
            <a:ext cx="69195" cy="895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3818235" y="4436217"/>
            <a:ext cx="69195" cy="2686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887431" y="4391444"/>
            <a:ext cx="69195" cy="4477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3956626" y="4328761"/>
            <a:ext cx="69195" cy="6268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4025821" y="4248169"/>
            <a:ext cx="69195" cy="8059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4095017" y="4149667"/>
            <a:ext cx="69195" cy="9850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164212" y="4033256"/>
            <a:ext cx="69195" cy="11641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4233408" y="3898935"/>
            <a:ext cx="69195" cy="13432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302603" y="3746706"/>
            <a:ext cx="69195" cy="15223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371798" y="3576566"/>
            <a:ext cx="69195" cy="17013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4440994" y="3388518"/>
            <a:ext cx="69195" cy="18804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4510189" y="3182560"/>
            <a:ext cx="69195" cy="20595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4579384" y="2958692"/>
            <a:ext cx="69195" cy="22386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4648580" y="2716916"/>
            <a:ext cx="69195" cy="24177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4717775" y="2457229"/>
            <a:ext cx="69195" cy="25968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4786971" y="2179634"/>
            <a:ext cx="69195" cy="27759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4856166" y="1884129"/>
            <a:ext cx="69195" cy="29550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873851" y="3195828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77925" y="3195828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x²：左右對摺，兩邊重疊</a:t>
            </a:r>
            <a:endParaRPr lang="en-US" sz="2100" dirty="0"/>
          </a:p>
        </p:txBody>
      </p:sp>
      <p:sp>
        <p:nvSpPr>
          <p:cNvPr id="66" name="Text 64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對稱軸＝y 軸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1.5 同 x = −1.5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兩點一樣咁高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即係 f(−x) = f(x)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偶函數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奇偶性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奇函數：繞原點轉 180°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90703" y="3268980"/>
            <a:ext cx="1516673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749040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233057" y="33238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33055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3142371" y="3232580"/>
            <a:ext cx="0" cy="7280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3771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3445705" y="3232580"/>
            <a:ext cx="0" cy="7280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7105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4052375" y="3232580"/>
            <a:ext cx="0" cy="7280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3775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355709" y="3232580"/>
            <a:ext cx="0" cy="7280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27109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12640" y="4482318"/>
            <a:ext cx="7280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436344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12640" y="2055642"/>
            <a:ext cx="7280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93677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 flipV="1">
            <a:off x="3385038" y="2744211"/>
            <a:ext cx="728003" cy="1049538"/>
          </a:xfrm>
          <a:prstGeom prst="line">
            <a:avLst/>
          </a:prstGeom>
          <a:noFill/>
          <a:ln w="16510">
            <a:solidFill>
              <a:srgbClr val="4E5C5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V="1">
            <a:off x="3233371" y="4511439"/>
            <a:ext cx="30333" cy="24782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263705" y="4292734"/>
            <a:ext cx="30333" cy="21870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294038" y="4101330"/>
            <a:ext cx="30333" cy="19140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324372" y="3935406"/>
            <a:ext cx="30333" cy="16592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3354705" y="3793142"/>
            <a:ext cx="30333" cy="14226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385038" y="3672718"/>
            <a:ext cx="30333" cy="12042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3415372" y="3572315"/>
            <a:ext cx="30333" cy="10040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3445705" y="3490111"/>
            <a:ext cx="30333" cy="8220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3476039" y="3424287"/>
            <a:ext cx="30333" cy="6582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3506372" y="3373024"/>
            <a:ext cx="30333" cy="5126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3536706" y="3334500"/>
            <a:ext cx="30333" cy="3852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3567039" y="3306897"/>
            <a:ext cx="30333" cy="2760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3597373" y="3288393"/>
            <a:ext cx="30333" cy="1850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3627706" y="3277170"/>
            <a:ext cx="30333" cy="1122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3658040" y="3271407"/>
            <a:ext cx="30333" cy="576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3688373" y="3269283"/>
            <a:ext cx="30333" cy="212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3718707" y="3268980"/>
            <a:ext cx="30333" cy="30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3749040" y="3268677"/>
            <a:ext cx="30333" cy="30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3779373" y="3266553"/>
            <a:ext cx="30333" cy="212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3809707" y="3260790"/>
            <a:ext cx="30333" cy="576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840040" y="3249567"/>
            <a:ext cx="30333" cy="1122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870374" y="3231063"/>
            <a:ext cx="30333" cy="1850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3900707" y="3203460"/>
            <a:ext cx="30333" cy="2760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931041" y="3164936"/>
            <a:ext cx="30333" cy="3852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3961374" y="3113673"/>
            <a:ext cx="30333" cy="5126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3991708" y="3047849"/>
            <a:ext cx="30333" cy="6582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4022041" y="2965645"/>
            <a:ext cx="30333" cy="8220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052375" y="2865242"/>
            <a:ext cx="30333" cy="10040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4082708" y="2744818"/>
            <a:ext cx="30333" cy="12042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113042" y="2602554"/>
            <a:ext cx="30333" cy="14226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143375" y="2436630"/>
            <a:ext cx="30333" cy="16592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4173708" y="2245226"/>
            <a:ext cx="30333" cy="19140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4204042" y="2026521"/>
            <a:ext cx="30333" cy="21870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4234375" y="1778697"/>
            <a:ext cx="30333" cy="24782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39890" y="2671059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311886" y="3720597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x³：繞住原點轉 180°，重疊</a:t>
            </a:r>
            <a:endParaRPr lang="en-US" sz="2100" dirty="0"/>
          </a:p>
        </p:txBody>
      </p:sp>
      <p:sp>
        <p:nvSpPr>
          <p:cNvPr id="62" name="Text 60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對摺唔重疊，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但轉 180° 重疊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1.2 → y = 1.73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−1.2 → y = −1.73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即係 f(−x) = −f(x)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奇函數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奇偶性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三種可能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偶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偶函數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圖象對住 y 軸對稱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f(−x) = f(x)　例如 y = x²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奇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奇函數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圖象對住原點對稱（轉 180° 重疊）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f(−x) = −f(x)　例如 y = x³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非奇非偶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兩樣都唔係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 y = x + 1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奇偶性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未計之前，要先睇乜？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f(x) = x² 喺 [−1, 3] 上係偶函數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定義域唔對稱：3 喺入面，但 −3 唔喺 —— 一開始就冇資格做偶函數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先睇定義域對唔對稱，唔對稱就直接答「非奇非偶」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呢步唔做，後面代 f(−x) 全部白做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轉換點：一齊講一次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奇偶性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判斷奇偶性：五步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做乜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① 求定義域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搵出 x 可以取邊啲數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② 驗對稱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每個 x 喺入面，−x 係咪都喺入面？唔係 → 答非奇非偶，停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③ 代入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計出 f(−x)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④ 比對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f(−x) 等於 f(x)？定係等於 −f(x)？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⑤ 結論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= f(x) → 偶；= −f(x) → 奇；都唔係 → 非奇非偶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奇偶性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練習一：認一認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對住 y 軸對稱，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叫咩函數？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對住原點對稱呢？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係奇定偶？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y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呢？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（代 f(−x) 睇吓）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x² + 1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係奇定偶？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y = x² + x 呢？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兩題都要講點解。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題第②問答案未必係「奇」或者「偶」—— 睇清楚先答。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奇偶性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示範：判斷 f(x) = 1/x 嘅奇偶性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寫乜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① 求定義域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分母 x ≠ 0 → 定義域＝所有唔等於 0 嘅實數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② 驗對稱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≠ 0 嗰陣，−x 都 ≠ 0 → 對稱，可以繼續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③ 代入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f(−x) = 1/(−x) = −1/x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④ 比對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f(x) = 1/x，所以 −f(x) = −1/x；即 f(−x) = −f(x)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⑤ 結論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所以 f(x) = 1/x 係奇函數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奇偶性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練習二：照五步寫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x²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照五步做一次。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（定義域係 R）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x³ − 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照五步判斷。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（記得提公因式）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1/x²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定義域係乜？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照五步判斷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佢係奇定偶。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五步嘅名要寫喺旁邊，一步一行，唔好跳步。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奇偶性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f(−x) = f(x) 係偶；f(−x) = −f(x) 係奇。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第一步一定係求定義域，第二步驗佢對唔對稱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定義域唔對稱 → 直接答非奇非偶，唔使再計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偶＝對住 y 軸；奇＝對住原點（轉 180°）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下一課：冪函數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五條最常用嘅曲線 —— 佢哋全部都經過同一點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教學調整（Accommodation）：本簡報加入圖象表徵、固定判斷框架與分層任務，年級學習標準不變。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2026-07-20T03:59:42Z</dcterms:created>
  <dcterms:modified xsi:type="dcterms:W3CDTF">2026-07-20T03:59:42Z</dcterms:modified>
</cp:coreProperties>
</file>