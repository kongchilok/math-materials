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函數嘅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三種樣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3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帶走一句：式子、表格、圖象，講緊同一件事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函數的三種表示法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影印 4 張，幾多錢？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同一件事，三種寫法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點解啲點唔連埋一條線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函數的三種表示法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影印一張 0.5 元。影印 4 張，要畀幾多錢？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心算一下，唔使寫。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你頭先喺腦入面做嘅，就係由 x 搵出 y。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轉換點：心算 + 舉手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函數的三種表示法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同一個函數，三個樣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31820"/>
            <a:ext cx="5487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234531" y="3387852"/>
            <a:ext cx="461589" cy="0"/>
          </a:xfrm>
          <a:prstGeom prst="line">
            <a:avLst/>
          </a:prstGeom>
          <a:noFill/>
          <a:ln w="25400">
            <a:solidFill>
              <a:srgbClr val="5E857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50985" y="2839212"/>
            <a:ext cx="1097463" cy="1097280"/>
          </a:xfrm>
          <a:prstGeom prst="roundRect">
            <a:avLst>
              <a:gd name="adj" fmla="val 833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1750985" y="2839212"/>
            <a:ext cx="10974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0.5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2903311" y="3387852"/>
            <a:ext cx="461589" cy="0"/>
          </a:xfrm>
          <a:prstGeom prst="line">
            <a:avLst/>
          </a:prstGeom>
          <a:noFill/>
          <a:ln w="25400">
            <a:solidFill>
              <a:srgbClr val="5E857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364901" y="3131820"/>
            <a:ext cx="5487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04672" y="468172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櫃檯計錢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462272" y="4302404"/>
            <a:ext cx="3227832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4462272" y="2473300"/>
            <a:ext cx="0" cy="1829105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415784" y="43572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53712" y="24367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33088" y="43389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flipV="1">
            <a:off x="5000244" y="4237848"/>
            <a:ext cx="0" cy="12911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1644" y="43755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flipV="1">
            <a:off x="5538216" y="4237848"/>
            <a:ext cx="0" cy="12911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9616" y="43755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6076188" y="4237848"/>
            <a:ext cx="0" cy="12911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47588" y="43755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flipV="1">
            <a:off x="6614160" y="4237848"/>
            <a:ext cx="0" cy="12911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5560" y="43755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 flipV="1">
            <a:off x="7152132" y="4237848"/>
            <a:ext cx="0" cy="12911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23532" y="43755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397715" y="3764432"/>
            <a:ext cx="129113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9352" y="36455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397715" y="3226460"/>
            <a:ext cx="129113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59352" y="31075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97715" y="2688488"/>
            <a:ext cx="129113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59352" y="256961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27092" y="3960266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65064" y="3691280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03036" y="3422294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41008" y="3153308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78980" y="2884322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81144" y="468172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表格同圖象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48" name="Text 46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0.5x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（x 係正整數）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三種寫法可以互相轉，揀邊種只係睇邊種方便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函數的三種表示法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列表法：一眼睇到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828800"/>
                <a:gridCol w="1828800"/>
                <a:gridCol w="1828800"/>
                <a:gridCol w="18288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x（張）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y（元）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函數的三種表示法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圖象法：一粒一粒嘅點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499" y="4846320"/>
            <a:ext cx="5567082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965499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258261" y="4901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6939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6315" y="4882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1893346" y="4734978"/>
            <a:ext cx="0" cy="22268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4746" y="49194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821193" y="4734978"/>
            <a:ext cx="0" cy="22268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2593" y="49194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3749040" y="4734978"/>
            <a:ext cx="0" cy="22268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49194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676887" y="4734978"/>
            <a:ext cx="0" cy="22268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8287" y="49194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5604734" y="4734978"/>
            <a:ext cx="0" cy="222683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134" y="49194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4157" y="3918473"/>
            <a:ext cx="222683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579" y="379960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4157" y="2990626"/>
            <a:ext cx="222683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579" y="287175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4157" y="2062779"/>
            <a:ext cx="222683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579" y="194390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820194" y="4309244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8041" y="3845321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75888" y="3381397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03735" y="2917474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1582" y="2453550"/>
            <a:ext cx="146304" cy="146304"/>
          </a:xfrm>
          <a:prstGeom prst="ellipse">
            <a:avLst/>
          </a:prstGeom>
          <a:solidFill>
            <a:srgbClr val="2E4A40"/>
          </a:solidFill>
          <a:ln w="20320">
            <a:solidFill>
              <a:srgbClr val="2E4A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0.5x（x 係正整數）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五粒點，一粒一粒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中間乜都冇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 x 只可以係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1、2、3… 正整數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影印 1.5 張？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冇呢回事。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函數的三種表示法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啲點應唔應該連埋一條線？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把五粒點連成一條直線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連咗就等於話 1 同 2 中間都有數 —— 但影印張數冇小數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五粒點就係五粒點，唔連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定義域話你知邊啲 x 存在；圖象只可以畫存在嘅點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轉換點：一齊講一次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函數的三種表示法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三種寫法，幾時用邊種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解析法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用式子寫，例如 y = 0.5x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好處：任何一個 x 都計得出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列表法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列個表，寫低幾對對應值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好處：一眼睇到，唔使計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圖象法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喺坐標平面描返啲點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好處：睇到升定跌、快定慢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函數的三種表示法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由式子做出表格同圖象：四步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睇清楚定義域：x 可以取邊啲數？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逐個 x 代入條式，計出 y。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(x, y) 一對對寫入表格。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把每一對 (x, y) 描落坐標平面。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第一步最易漏。冇睇定義域，就唔知應該描幾多粒點。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函數的三種表示法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練習一：三種寫法互轉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3x，x ∈ {1, 2, 3}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填個表出嚟。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y = 2x − 1，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x ∈ {0, 1, 2, 3}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填表，再描點。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有個表：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x：1、2、3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y：3、5、7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寫返條式出嚟。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 就跳上 B、C。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函數的三種表示法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練習二：返去影印店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影印 8 張，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要畀幾多錢？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（用條式計）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畀咗 3 元，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影印咗幾多張？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（今次係倒返轉計）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店舖改收費：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首 10 張每張 0.5 元，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之後每張 0.3 元。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影印 15 張幾多錢？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題嘅收費分成兩段 —— 下一課會學點寫呢種函數。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函數的三種表示法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式子、表格、圖象，係同一個函數嘅三個樣。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揀邊個樣，睇邊個方便，冇話邊個先啱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定義域話你知有邊啲 x —— 佢決定個圖咩樣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x 得幾個數 → 圖象就係幾粒點，唔好連埋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下一課：分段函數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一條式唔夠用嘅時候 —— 停車場係點收費？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教學調整（Accommodation）：本簡報加入圖象表徵、步驟卡與分層任務，年級學習標準不變。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2026-07-20T03:49:49Z</dcterms:created>
  <dcterms:modified xsi:type="dcterms:W3CDTF">2026-07-20T03:49:49Z</dcterms:modified>
</cp:coreProperties>
</file>