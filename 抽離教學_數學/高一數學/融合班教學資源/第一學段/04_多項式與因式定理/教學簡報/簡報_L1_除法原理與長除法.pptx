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除法原理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與長除法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帶走一句：被除數 = 除數 × 商 + 餘數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17 ÷ 5 講起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除法原理：四個名一齊出現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長除法：四步降次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÷ 5，你會點寫？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小學嘅寫法：17 ÷ 5 = 3 餘 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呢一課，我哋把「數」換成「x 嘅式」，做法一模一樣。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除法，其實係一條乘法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粒糖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5 粒一包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包到 3 包，剩返 2 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●●●●●｜●●●●●｜●●●●●｜●●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包 + 剩 2 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= 5 × 3 + 2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被除數 = 除數 × 商 + 餘數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除法可以寫成一條乘法加返餘數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除法原理：四個名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4023360"/>
                <a:gridCol w="34747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喺 17÷5 入面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被除式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俾人除嗰個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除式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g(x)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攞嚟除嘅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除到幾多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餘式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r(x)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剩返幾多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 vs 多項式，同一個式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÷ 5 = 3 餘 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= 5 × 3 + 2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 2 細過 除數 5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多項式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÷ g(x)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g(x)·q(x) + r(x)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r(x) 次數 細過 g(x)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餘數一定要細過除數 —— 兩邊都一樣　·　再一頁就開始長除法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轉換點：一齊讀一次呢條式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今日主角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+3x+1) ÷ (x−1)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求商式同餘式。做法同「數」嘅長除法一模一樣。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口訣：每次攞最高次項去除，乘返落去，再相減。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長除法四步走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除：攞最高次項去除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x =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乘：商乘返除式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=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減：相減，次數跌一級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剩返 3x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重複：直到次數細過除式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最後剩返嘅就係餘式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呢四步之後每題都照用，唔使記新嘢。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逐步做落去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576072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除（商）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減完剩返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÷ x = 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+3x+1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÷ x = 3x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6x+1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6x ÷ x = 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　← 次數細過 x−1，停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答案檢查：乘返去啱唔啱？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商式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+3x+6，餘式 7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+3x+1 = (x−1)(x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+3x+6) + 7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餘式寫成 7x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餘式次數要細過 x−1，即係一個常數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最容易錯嘅三個位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減錯號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乘完要「減」，唔係加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成條式括住先減，最穩陣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漏空位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冇嗰次項要補 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 要當 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+0x+1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未停就停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次數未細過除式唔可以停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仲有 x 就要繼續除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填空：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= 6 × ___ + ___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x = ___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用長除法：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+5x+6) ÷ (x+2)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求商式同餘式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用長除法：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−1) ÷ (x−1)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餘式係幾多？點解？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除法原理與長除法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被除數 = 除數 × 商 + 餘數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多項式都係一樣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f(x) = g(x)·q(x) + r(x)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餘式次數一定細過除式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長除法四步：除 → 乘 → 減 → 重複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你今日識咗多項式點樣做除法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落堂前，同隔離位講一次：餘式一定細過除式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2026-07-19T10:07:50Z</dcterms:created>
  <dcterms:modified xsi:type="dcterms:W3CDTF">2026-07-19T10:07:50Z</dcterms:modified>
</cp:coreProperties>
</file>