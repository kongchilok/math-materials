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牛頓定理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5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帶走一句：a 除首項，b 除常數項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因式定理好用，但要試邊個？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牛頓定理：候選人喺邊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列候選 → 逐個試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想拆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−5x+6，你會由邊個數試起？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因式定理話我哋 f(c)=0 就係因式 —— 但 c 有無限咁多個選擇。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牛頓定理話你知：唔使亂試，候選人得幾個。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點解候選人咁少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= 3 × 4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同 4 一定係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嘅因數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拆唔出 5 嚟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乘返埋一齊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(x−1)(x−2)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−3x+2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常數 2 = 1×2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(ax−b) 係因式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一定除到首項係數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一定除到常數項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因式乘返埋會變返原式 —— 所以係數走唔甩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牛頓定理：講咩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係整係數多項式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係數全部係整數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(ax−b) 係因式 → a 除首項、b 除常數項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a、b 要互質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用法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列晒候選，再用因式定理逐個試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唔使亂猜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轉換點：一齊讀一次定理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求所有整係數一次因式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 = 1　常數項 = 6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先列候選人，再逐個代入試。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睇首項係數：1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因數：±1　→　a 只可以係 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睇常數項：6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因數：±1、±2、±3、±6　→ 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砌候選：(x−b)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(x±1)、(x±2)、(x±3)、(x±6)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逐個代入試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f(b) = 0 就係因式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三次多項式最多得 3 個一次因式 —— 搵夠 3 個就可以停。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逐個試（首 5 個）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試 x =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f(x) 計出嚟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係唔係因式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1−2−5+6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　(x−1)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−1−2+5+6 = 8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8−8−10+6 = −4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唔係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−8−8+10+6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　(x+2)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27−18−15+6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係　(x−3)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搵到三個，可以停未？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可以停 —— 三次式最多 3 個一次因式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(x−1)、(x+2)、(x−3) 已經夠數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f(x) = (x−1)(x+2)(x−3)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乘返埋：啱啱好等於 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✓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仲要試埋 ±6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夠數就唔使試 —— 慳返時間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轉換點：再一頁就轉難少少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首項係數係 1 vs 唔係 1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 = 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只可以係 1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候選：(x−b)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= 常數項嘅因數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試整數就得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 ≠ 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有得揀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候選：(ax−b)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仲要試 b/a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例：2x+1 → 試 −½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首項係數唔係 1 嘅時候，分數都要試　·　再一頁就落手做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最容易錯嘅三個位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漏負數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因數要連負數一齊列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嘅因數有 ±1、±2、±3、±6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漏分數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首項係數唔係 1 就要試 b/a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淨試整數會漏因式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冇乘返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搵到因式要乘返埋檢查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應該變返原式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常數 6 嘅因數：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___________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 f(2) = ___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+11x−6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列候選，搵出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一個一次因式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−5x−2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首項係數係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記得試分數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牛頓定理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除首項係數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除常數項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列因數 → 砌候選 → 逐個代入試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因數要連負數；首項唔係 1 要試分數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n 次式最多 n 個一次因式，夠數就停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你今日識咗唔使亂猜嘅方法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落堂前，同隔離位講一次：a 除首項，b 除常數項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2026-07-19T10:07:54Z</dcterms:created>
  <dcterms:modified xsi:type="dcterms:W3CDTF">2026-07-19T10:07:54Z</dcterms:modified>
</cp:coreProperties>
</file>