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餘式定理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3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帶走一句：除以 x−a，餘數就係 f(a)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如果淨係想知餘數呢？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餘式定理：代入就得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除式係 ax−b 點算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自己揀一層做練習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中間會停低三次，一齊做。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如果我淨係想知「餘數」，使唔使做成條除法？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上兩課：長除法慢，綜合除法快啲 —— 但都仲要一格格行。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今日呢招：唔使做除法，代一個數入去就知。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點解代入就得？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除法原理話我哋：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(x−a)·q(x) + r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將 x = a 代入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(a−a) 變咗 0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前面成嚿嘢消失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f(a) = 0·q(a) + r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f(a) = r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餘數就係 f(a)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揀 x=a，係因為佢啱啱好殺死 q(x)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餘式定理，三句講完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除以 (x−a)，餘數 = f(a)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一個常數，唔會有 x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要求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除式一定要係一次式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除以 x</a:t>
            </a:r>
            <a:pPr algn="l" indent="0" marL="0">
              <a:buNone/>
            </a:pPr>
            <a:r>
              <a:rPr lang="en-US" sz="2000" baseline="30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 唔可以咁做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唔使做除法，代入計數就得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快好多，又唔易錯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轉換點：一齊讀一次定理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例題（一）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+2x−5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f(x) ÷ (x−2) 嘅餘式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除式係 x−2 → 令 x−2 = 0 → 代 x = 2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例題（一）：四步算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令除式 = 0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x−2 = 0 → x = 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 f(x)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f(2) = 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−3×2</a:t>
            </a:r>
            <a:pPr algn="l" indent="0" marL="0">
              <a:lnSpc>
                <a:spcPct val="120000"/>
              </a:lnSpc>
              <a:buNone/>
            </a:pPr>
            <a:r>
              <a:rPr lang="en-US" sz="22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+2×2−5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逐項計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8 − 12 + 4 − 5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加埋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−5　→ 餘式係 −5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答案係一個數，唔會有 x —— 有 x 就一定計錯咗。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轉換點：照住四步做一次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代邊個數？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除以 (x−2) → 代 x = 2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令 x−2 = 0，解到 x = 2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除以 (x−2) → 代 x = −2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睇錯號 —— 要令除式等於 0，唔係抄個數落嚟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除以 (x+3) → 代 x = −3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x+3 = 0 → x = −3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轉換點：再一頁就轉難少少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例題（二）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g(x) = 2x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+3x−1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g(x) ÷ (2x−1) 嘅餘式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今次除式係 2x−1，x 嘅係數唔係 1。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做法一樣：令 2x−1 = 0 → x = ½，代 ½ 入去。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例題（二）：逐項計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754880"/>
                <a:gridCol w="420624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代 x = ½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值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2x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 × (½)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 = 2 × ⅛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¼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−x</a:t>
                      </a:r>
                      <a:pPr algn="ctr" indent="0" marL="0">
                        <a:buNone/>
                      </a:pPr>
                      <a:r>
                        <a:rPr lang="en-US" sz="2000" b="1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−(½)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−¼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3x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 × ½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3/2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常數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加埋，得幾多？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¼ − ¼ + 3/2 − 1 = ½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頭兩項啱啱好抵消，剩返 3/2 − 1 = ½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餘式 = ½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答案可以係分數 —— 餘式唔一定係整數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f(a) 有兩個身分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函數值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喺 x=a 嗰點嘅高度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圖象上一點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餘數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除以 (x−a) 剩返幾多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今日學嘅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兩個講法，答案完全一樣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所以先可以代入求餘式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轉換點：再一頁就落手做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+3x+2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f(1) = ___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÷(x−1) 餘 ___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+2x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−x+4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f(x) ÷ (x+1)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嘅餘式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2x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+ax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÷ (x−1) 餘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a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餘式定理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除以 x−a，餘數就係 f(a)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唔使做除法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令除式 = 0，解到 x 應該代乜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除以 (ax−b) 就代 x = b/a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餘式係一個數，有 x 就係計錯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你今日識咗一招唔使做除法嘅方法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落堂前，同隔離位講一次：除以 x−a，餘數係 f(a)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教學調整（Accommodation）：本簡報加入具體表徵、步驟卡與分層任務，年級學習標準不變。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2026-07-19T10:07:52Z</dcterms:created>
  <dcterms:modified xsi:type="dcterms:W3CDTF">2026-07-19T10:07:52Z</dcterms:modified>
</cp:coreProperties>
</file>