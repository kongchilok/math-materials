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綜合除法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2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帶走一句：常數變號，先乘後加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長除法太慢，有冇快啲？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只留係數：綜合除法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 x 係數唔係 1 點算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上一課做完長除法，你覺得邊度最煩？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每一步都要抄一次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、x …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其實 x 嘅次方係跟住位置行嘅 —— 只寫係數就夠。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點解可以只寫係數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+3x+6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讀出嚟：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、三個 x、六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位置定次方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│ 1 │ 3 │ 6 │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x   常數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寫低：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3　6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唔使寫都知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次方跟位置行，所以剩返係數就夠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綜合除法四步走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寫係數：由高次到低次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冇嗰次項要補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除式常數變號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 → 用 −1；x−2 → 用 +2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第一個數直接抄落嚟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然後：先乘後加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最後一個數 = 餘式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前面嗰啲 = 商式係數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「先乘後加」重複做到尾，唔使諗新嘢。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轉換點：一齊讀一次口訣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例題（一）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+3x+6) ÷ (x+1)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除式係 x+1，常數變號 → 用 −1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睇住下一頁，一格一格行。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例題（一）：行一次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1188720" cy="676656"/>
          </a:xfrm>
          <a:prstGeom prst="roundRect">
            <a:avLst>
              <a:gd name="adj" fmla="val 8108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70048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28600" y="1819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除式常數變號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447288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928616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3447288" y="3008376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300837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4928616" y="3008376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00837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965960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3447288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4928616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1911096" y="3639312"/>
            <a:ext cx="4443984" cy="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4343400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商式係數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928616" y="434340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48640" y="5230368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 1 直接抄落嚟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1×(−1) = −1，3+(−1) = 2　→　2×(−1) = −2，6+(−2) = 4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讀返個答案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商式 x+2，餘式 4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1、2 係商式係數（降一次 → 一次式）；4 係餘式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商式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+2x+4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三個數唔係全部都係商式 —— 最後一個係餘式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轉換點：再一頁就轉難少少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例題（二）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(4x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+4x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−x−3) ÷ (2x+1)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今次 x 嘅係數係 2，唔係 1。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2x+1 = 2(x + ½) → 先用 −½ 做，之後商式再除返 2。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例題（二）：多一步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1188720" cy="676656"/>
          </a:xfrm>
          <a:prstGeom prst="roundRect">
            <a:avLst>
              <a:gd name="adj" fmla="val 8108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70048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−½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28600" y="1819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令 2x+1 = 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447288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928616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6409944" y="2331720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33172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3447288" y="3008376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00837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928616" y="3008376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00837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409944" y="3008376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9944" y="3008376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1965960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3447288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47288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4928616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2700" dirty="0"/>
          </a:p>
        </p:txBody>
      </p:sp>
      <p:sp>
        <p:nvSpPr>
          <p:cNvPr id="29" name="Shape 27"/>
          <p:cNvSpPr/>
          <p:nvPr/>
        </p:nvSpPr>
        <p:spPr>
          <a:xfrm>
            <a:off x="6409944" y="3685032"/>
            <a:ext cx="1408176" cy="603504"/>
          </a:xfrm>
          <a:prstGeom prst="roundRect">
            <a:avLst>
              <a:gd name="adj" fmla="val 7576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685032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911096" y="3639312"/>
            <a:ext cx="5925312" cy="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4343400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商式係數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409944" y="434340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48640" y="5230368"/>
            <a:ext cx="11064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商式係數 4、2、−2 要再除 2　→　2、1、−1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 −2 唔使除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兩種情況，差喺邊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 x−a（係數 1）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 做綜合除法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得出嘅數直接就係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商式係數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例：x+1 → 用 −1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 ax−b（係數唔係 1）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b/a 做綜合除法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商式係數要再除 a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餘式唔使除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例：2x+1 → 用 −½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只有一個分別：商式最後要唔要除返 a　·　再一頁就落手做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轉換點：講一次：餘式唔使除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最容易錯嘅三個位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冇變號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x+1 要用 −1，唔係 +1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睇「令除式 = 0 嘅 x」就唔會錯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漏補 0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冇嗰次項要補 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 寫成 1　0　0　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餘式又除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係數唔係 1 時，餘式唔使除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只有商式係數先除 a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用綜合除法：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+5x+6) ÷ (x+2)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（提示：用 −2）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用綜合除法：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+x−5)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 (x−2)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求商式同餘式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用綜合除法：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+5x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−4x−3)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 (2x+1)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記得商式除返 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綜合除法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常數變號，先乘後加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最後一個就係餘式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只寫係數，冇嗰次項補 0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除式 x−a 用 a；ax−b 用 b/a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係數唔係 1 時，商式再除 a，餘式唔使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你今日識咗一個快好多嘅做法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落堂前，同隔離位講一次：常數變號，先乘後加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2026-07-19T10:07:51Z</dcterms:created>
  <dcterms:modified xsi:type="dcterms:W3CDTF">2026-07-19T10:07:51Z</dcterms:modified>
</cp:coreProperties>
</file>