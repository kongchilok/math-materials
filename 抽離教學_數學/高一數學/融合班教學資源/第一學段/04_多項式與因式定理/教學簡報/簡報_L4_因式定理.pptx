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因式定理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4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帶走一句：f(c) = 0，即係 (x−c) 係因式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餘數啱啱好係 0 嘅時候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因式定理：三句同一件事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反過嚟用：求未知係數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上一課：f(x) ÷ (x−a) 嘅餘數 = f(a)。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咁如果餘數啱啱好係 0 呢？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 0 = 整除 = 除得盡。呢個情況特別有用。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餘數係 0，代表咩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÷ 3 = 4 餘 0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3 係 12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嘅一個因數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= 3 × 4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完全冇剩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拆得開，冇尾巴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f(c) = 0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(x−c)·q(x)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(x−c) 係因式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餘數係 0，就代表除得盡、拆得開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因式定理：三句其實同一件事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講法一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(x−c) 係 f(x) 嘅因式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拆得出 (x−c) 呢嚿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講法二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被 (x−c) 整除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 = 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講法三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f(c) = 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 c 入去計到 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轉換點：一齊讀一次三句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餘式定理 vs 因式定理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餘式定理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問：餘數係幾多？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答：f(a)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任何數都得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例：f(2) = −5 → 餘 −5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因式定理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問：係唔係因式？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f(c) 係咪 0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要啱啱好係 0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例：f(2) = 0 → (x−2) 係因式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因式定理 = 餘式定理入面「餘數 = 0」嗰個特殊情況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轉換點：一齊講一次分別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 係唔係 f(x) 嘅因式？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f(x) = x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−3x+2，f(1) = 0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1−3+2 = 0　→　係因式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f(x) = x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+3x+2，f(1) = 6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1+3+2 = 6，唔係 0　→　唔係因式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轉換點：再一頁就反過嚟用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反過嚟用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+px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+qx−6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有因式 (x−1) 同 (x−2)，求 p、q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今次唔係問你係唔係因式 —— 而係已經知係因式，反過嚟求未知數。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兩個因式 → 兩條式 → 兩個未知數，啱啱好夠解。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求未知係數四步走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每個因式寫一條式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 → f(1) = 0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(x−2) → f(2) = 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代入，化簡第一條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1+p+q−6 = 0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p+q = 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代入，化簡第二條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8+4p+2q−6 = 0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2p+q = −1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兩條相減，解方程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−p = 6 → p = −6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代返：q = 11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有幾多個因式，就寫幾多條式 —— 未知數有幾多個就要幾多條。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轉換點：照住四步做一次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慢鏡：兩條式點嚟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0233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化簡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(x−1)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f(1) = 1+p+q−6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 + q = 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(x−2)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f(2) = 8+4p+2q−6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2p + q = −1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答案檢查：代返入去係咪 0？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p = −6，q = 11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+11x−6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f(1) = 1−6+11−6 = 0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(x−1) 真係因式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f(2) = 8−24+22−6 = 0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(x−2) 真係因式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最容易錯嘅三個位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搞錯號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(x+2) 要代 −2，唔係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永遠令括號入面 = 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未化簡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代完要整理成 p、q 嘅式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唔化簡好難相減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冇檢查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解完要代返入去驗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應該計到 0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−3x+2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f(1) = ___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 係唔係因式？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+x+6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(x−2)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係唔係因式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+ax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−4x+b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有因式 (x−1)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 (x+2)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a、b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因式定理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f(c) = 0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 (x−c) 係因式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因式定理 = 餘式定理嘅「餘 0」情況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一個因式寫一條式，代入令佢 = 0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解完一定要代返入去檢查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你今日識咗點樣拆多項式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落堂前，同隔離位講一次：f(c) = 0，即係 (x−c) 係因式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教學調整（Accommodation）：本簡報加入具體表徵、步驟卡與分層任務，年級學習標準不變。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2026-07-19T10:07:53Z</dcterms:created>
  <dcterms:modified xsi:type="dcterms:W3CDTF">2026-07-19T10:07:53Z</dcterms:modified>
</cp:coreProperties>
</file>