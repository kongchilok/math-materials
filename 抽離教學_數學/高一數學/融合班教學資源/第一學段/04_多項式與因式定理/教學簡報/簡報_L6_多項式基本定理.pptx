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548640"/>
            <a:ext cx="5120640" cy="5760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3E53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}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多項式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基本定理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抽離小組 · 第 6 課（40 分鐘）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DBAA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帶走一句：知道晒啲根，就寫得返條式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多項式基本定理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63624" y="1508760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1508760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反過嚟：知根，砌返條式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414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563624" y="2441448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2441448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定理一：根 → 因式連乘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7413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563624" y="3374136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37944" y="3374136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定理二：根太多，佢就係 0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06824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563624" y="4306824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4306824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自己揀一層做練習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中間會停低三次，一齊做。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多項式基本定理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先想一想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前面幾課：有條式，搵佢啲因式同根。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今日調轉：已經知道啲根，可唔可以砌返條式出嚟？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可以 —— 而且差嘅只係一個倍數。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多項式基本定理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由根砌返條式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 x = 1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係一個根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即係 f(1) = 0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25112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4325112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表徵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81144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由因式定理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(x−1) 一定係因式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每個根出一個因式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01584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8101584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57616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根 1、4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a(x−1)(x−4)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仲差個 a 未知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 每個根 → 一個因式；連乘埋，前面加個 a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多項式基本定理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定理一：知根寫式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83080" y="16276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幾多根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 次式，有 n 個唔同嘅根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83080" y="22128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二次式 → 2 個根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74136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741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83080" y="321868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點寫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a(x−b</a:t>
            </a:r>
            <a:pPr algn="l" indent="0" marL="0">
              <a:buNone/>
            </a:pPr>
            <a:r>
              <a:rPr lang="en-US" sz="22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)(x−b</a:t>
            </a:r>
            <a:pPr algn="l" indent="0" marL="0">
              <a:buNone/>
            </a:pPr>
            <a:r>
              <a:rPr lang="en-US" sz="22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)…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83080" y="380390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每個根一個括號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4515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65192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65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83080" y="480974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 a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再攞多一個已知點求出嚟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83080" y="5394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例如 f(2) = −6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轉換點：一齊讀一次定理一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多項式基本定理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例題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二次式 f(x)，f(1) = f(4) = 0，f(2) = −6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 f(x)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兩個根：1 同 4。再多一個點：f(2) = −6。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兩個根寫出樣子，第三個點求出個 a。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多項式基本定理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四步走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寫出樣子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a(x−1)(x−4)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代入已知點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f(2) = a(2−1)(2−4)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算括號，解 a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a×1×(−2) = −6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−2a = −6 → a = 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23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寫返完整答案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3(x−1)(x−4)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 3x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−15x+12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兩個根先寫樣子，第三個點先求 a —— 次序唔可以調轉。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轉換點：照住四步做一次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多項式基本定理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答案檢查：三個條件都啱？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2704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2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f(1) = 3−15+12 = 0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1 真係一個根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7896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91640" y="2977896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f(4) = 48−60+12 = 0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4 真係一個根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4447032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760976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7609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691640" y="4447032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f(2) = 12−30+12 = −6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啱返個已知點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轉換點：再一頁講定理二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多項式基本定理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定理二：根多過次數，會點？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0876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正常情況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二次式最多 2 個根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x</a:t>
            </a:r>
            <a:pPr algn="l" indent="0" marL="0">
              <a:lnSpc>
                <a:spcPct val="130000"/>
              </a:lnSpc>
              <a:buNone/>
            </a:pPr>
            <a:r>
              <a:rPr lang="en-US" sz="23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−3x+2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根：1、2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就係咁多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50876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50876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根有 3 個？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583680" y="22860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二次式竟然有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個唔同嘅根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唯一可能：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根本就係 0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（每個係數都係 0）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定理二：n 次式如果有 n+1 個根，佢一定係零多項式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多項式基本定理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兩條定理，一句記住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83080" y="16276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定理一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啱好 n 個根 → 砌得返條式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83080" y="22128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a(x−b</a:t>
            </a:r>
            <a:pPr algn="l" indent="0" marL="0">
              <a:buNone/>
            </a:pPr>
            <a:r>
              <a:rPr lang="en-US" sz="2000" baseline="-4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)…(x−b</a:t>
            </a:r>
            <a:pPr algn="l" indent="0" marL="0">
              <a:buNone/>
            </a:pPr>
            <a:r>
              <a:rPr lang="en-US" sz="2000" baseline="-4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74136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741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83080" y="321868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定理二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多過 n 個根 → 佢係 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83080" y="380390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成條式所有係數都係 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4515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65192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65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83080" y="480974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共通點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根嘅數目唔可以多過次數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83080" y="5394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除非佢根本唔係 n 次式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轉換點：再一頁就落手做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多項式基本定理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幾多個根，寫幾多個括號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926080"/>
                <a:gridCol w="640080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次數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根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寫法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二次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2、5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f(x) = a(x−2)(x−5)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二次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0、3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f(x) = a·x(x−3)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三次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−1、1、2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f(x) = a(x+1)(x−1)(x−2)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多項式基本定理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揀一層，做做看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二次式 f(x)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f(2) = f(5) = 0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填空：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a(x−__)(x−__)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二次式 f(x)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f(0) = f(3) = 0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f(1) = −4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 f(x)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三次式 f(x)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f(−1) = f(1) = f(2) = 0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f(0) = 4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 f(x)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做完 A 想再試，就上 B、C —— 自己揀就得。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轉換點：揀一層，開始做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多項式基本定理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今日帶走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知道晒啲根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就寫得返條式（差個 a）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保底三句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6908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每個根寫一個括號，前面加 a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再攞多一個已知點，求出 a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根多過次數 → 呢條式係 0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你今日識咗由根砌返條式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落堂前，同隔離位講一次：每個根，一個括號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6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教學調整（Accommodation）：本簡報加入具體表徵、步驟卡與分層任務，年級學習標準不變。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2026-07-19T10:07:55Z</dcterms:created>
  <dcterms:modified xsi:type="dcterms:W3CDTF">2026-07-19T10:07:55Z</dcterms:modified>
</cp:coreProperties>
</file>