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二次函數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與判別式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7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帶走一句：Δ 決定條線切唔切到 x 軸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二次函數與判別式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圖象、方程、零點：同一件事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判別式 Δ 係乜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嘅三種情況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自己揀一層做練習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中間會停低三次，一齊做。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二次函數與判別式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−5x+6 條線，喺邊度碰到 x 軸？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碰到 x 軸，即係 y = 0，即係 x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−5x+6 = 0。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圖象嘅交點　=　方程嘅根　=　函數嘅零點 —— 三個講法，同一件事。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二次函數與判別式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三個講法，同一件事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畫幅圖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條拋物線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 x = 2 同 x = 3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穿過 x 軸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睇高度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0 嗰兩點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就係交點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解方程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−5x+6 = 0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(x−2)(x−3) = 0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2 或 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交點 = 根 = 零點，永遠係同一組數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二次函數與判別式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判別式 Δ 係乜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個式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= b</a:t>
            </a:r>
            <a:pPr algn="l" indent="0" marL="0"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−4ac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ax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+bx+c 攞係數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做咩用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唔使解方程都知有幾多個根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睇正負就得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睇圖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即係條線碰到 x 軸幾多次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次、1 次、定係唔碰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轉換點：一齊讀一次 Δ 個式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二次函數與判別式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算一次 Δ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−5x+6 = 0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1　b = −5　c = 6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= (−5)</a:t>
            </a:r>
            <a:pPr algn="l" indent="0" marL="0">
              <a:buNone/>
            </a:pPr>
            <a:r>
              <a:rPr lang="en-US" sz="2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− 4×1×6 = 25 − 24 = 1　&gt;　0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二次函數與判別式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嘅三種情況（a &gt; 0）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&gt; 0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40664" y="3507766"/>
            <a:ext cx="3118104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529584" y="352605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02253" y="2368022"/>
            <a:ext cx="91455" cy="238056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3708" y="2606077"/>
            <a:ext cx="91455" cy="21735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5164" y="2823433"/>
            <a:ext cx="91455" cy="19665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76619" y="3020087"/>
            <a:ext cx="91455" cy="175954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8074" y="3196041"/>
            <a:ext cx="91455" cy="155254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59529" y="3351295"/>
            <a:ext cx="91455" cy="13455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50985" y="3485848"/>
            <a:ext cx="91455" cy="11385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42440" y="3599701"/>
            <a:ext cx="91455" cy="9315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33895" y="3692853"/>
            <a:ext cx="91455" cy="7245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25350" y="3765305"/>
            <a:ext cx="91455" cy="51751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16806" y="3817056"/>
            <a:ext cx="91455" cy="31051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08261" y="3848107"/>
            <a:ext cx="91455" cy="10350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299716" y="3848107"/>
            <a:ext cx="91455" cy="10350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391171" y="3817056"/>
            <a:ext cx="91455" cy="31051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2482626" y="3765305"/>
            <a:ext cx="91455" cy="51751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574082" y="3692853"/>
            <a:ext cx="91455" cy="7245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2665537" y="3599701"/>
            <a:ext cx="91455" cy="9315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2756992" y="3485848"/>
            <a:ext cx="91455" cy="11385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2848447" y="3351295"/>
            <a:ext cx="91455" cy="13455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939903" y="3196041"/>
            <a:ext cx="91455" cy="155254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3031358" y="3020087"/>
            <a:ext cx="91455" cy="175954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3122813" y="2823433"/>
            <a:ext cx="91455" cy="19665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3214268" y="2606077"/>
            <a:ext cx="91455" cy="21735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3305724" y="2368022"/>
            <a:ext cx="91455" cy="238056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89644" y="3430042"/>
            <a:ext cx="155448" cy="155448"/>
          </a:xfrm>
          <a:prstGeom prst="ellipse">
            <a:avLst/>
          </a:prstGeom>
          <a:solidFill>
            <a:srgbClr val="202A26"/>
          </a:solidFill>
          <a:ln/>
        </p:spPr>
      </p:sp>
      <p:sp>
        <p:nvSpPr>
          <p:cNvPr id="36" name="Text 34"/>
          <p:cNvSpPr/>
          <p:nvPr/>
        </p:nvSpPr>
        <p:spPr>
          <a:xfrm>
            <a:off x="1355888" y="359920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2754340" y="3430042"/>
            <a:ext cx="155448" cy="155448"/>
          </a:xfrm>
          <a:prstGeom prst="ellipse">
            <a:avLst/>
          </a:prstGeom>
          <a:solidFill>
            <a:srgbClr val="202A26"/>
          </a:solidFill>
          <a:ln/>
        </p:spPr>
      </p:sp>
      <p:sp>
        <p:nvSpPr>
          <p:cNvPr id="38" name="Text 36"/>
          <p:cNvSpPr/>
          <p:nvPr/>
        </p:nvSpPr>
        <p:spPr>
          <a:xfrm>
            <a:off x="2420584" y="359920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77240" y="452628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穿過 x 軸兩次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兩個唔同嘅根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42" name="Text 4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= 0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4517136" y="3858457"/>
            <a:ext cx="3118104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306056" y="3876745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978725" y="2368022"/>
            <a:ext cx="91455" cy="238056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70180" y="2606077"/>
            <a:ext cx="91455" cy="21735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61636" y="2823433"/>
            <a:ext cx="91455" cy="19665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3091" y="3020087"/>
            <a:ext cx="91455" cy="175954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44546" y="3196041"/>
            <a:ext cx="91455" cy="155254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36001" y="3351295"/>
            <a:ext cx="91455" cy="13455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27457" y="3485848"/>
            <a:ext cx="91455" cy="11385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18912" y="3599701"/>
            <a:ext cx="91455" cy="9315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10367" y="3692853"/>
            <a:ext cx="91455" cy="7245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01822" y="3765305"/>
            <a:ext cx="91455" cy="51751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93278" y="3817056"/>
            <a:ext cx="91455" cy="31051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84733" y="3848107"/>
            <a:ext cx="91455" cy="10350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076188" y="3848107"/>
            <a:ext cx="91455" cy="10350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6167643" y="3817056"/>
            <a:ext cx="91455" cy="31051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6259098" y="3765305"/>
            <a:ext cx="91455" cy="51751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6350554" y="3692853"/>
            <a:ext cx="91455" cy="7245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6442009" y="3599701"/>
            <a:ext cx="91455" cy="9315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6533464" y="3485848"/>
            <a:ext cx="91455" cy="11385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6624919" y="3351295"/>
            <a:ext cx="91455" cy="13455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716375" y="3196041"/>
            <a:ext cx="91455" cy="155254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6807830" y="3020087"/>
            <a:ext cx="91455" cy="175954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6899285" y="2823433"/>
            <a:ext cx="91455" cy="19665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6990740" y="2606077"/>
            <a:ext cx="91455" cy="21735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7082196" y="2368022"/>
            <a:ext cx="91455" cy="238056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98464" y="3780733"/>
            <a:ext cx="155448" cy="155448"/>
          </a:xfrm>
          <a:prstGeom prst="ellipse">
            <a:avLst/>
          </a:prstGeom>
          <a:solidFill>
            <a:srgbClr val="202A26"/>
          </a:solidFill>
          <a:ln/>
        </p:spPr>
      </p:sp>
      <p:sp>
        <p:nvSpPr>
          <p:cNvPr id="70" name="Text 68"/>
          <p:cNvSpPr/>
          <p:nvPr/>
        </p:nvSpPr>
        <p:spPr>
          <a:xfrm>
            <a:off x="5664708" y="3949897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700" dirty="0"/>
          </a:p>
        </p:txBody>
      </p:sp>
      <p:sp>
        <p:nvSpPr>
          <p:cNvPr id="71" name="Text 69"/>
          <p:cNvSpPr/>
          <p:nvPr/>
        </p:nvSpPr>
        <p:spPr>
          <a:xfrm>
            <a:off x="4553712" y="452628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啱啱好掂到一點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一個重根</a:t>
            </a:r>
            <a:endParaRPr lang="en-US" sz="2000" dirty="0"/>
          </a:p>
        </p:txBody>
      </p:sp>
      <p:sp>
        <p:nvSpPr>
          <p:cNvPr id="72" name="Shape 70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74" name="Text 72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&lt; 0</a:t>
            </a:r>
            <a:endParaRPr lang="en-US" sz="2100" dirty="0"/>
          </a:p>
        </p:txBody>
      </p:sp>
      <p:sp>
        <p:nvSpPr>
          <p:cNvPr id="75" name="Shape 73"/>
          <p:cNvSpPr/>
          <p:nvPr/>
        </p:nvSpPr>
        <p:spPr>
          <a:xfrm>
            <a:off x="8293608" y="4033802"/>
            <a:ext cx="3118104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11082528" y="405209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755197" y="2368022"/>
            <a:ext cx="91455" cy="238056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46652" y="2606077"/>
            <a:ext cx="91455" cy="21735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938108" y="2823433"/>
            <a:ext cx="91455" cy="19665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29563" y="3020087"/>
            <a:ext cx="91455" cy="175954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121018" y="3196041"/>
            <a:ext cx="91455" cy="155254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212473" y="3351295"/>
            <a:ext cx="91455" cy="13455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03929" y="3485848"/>
            <a:ext cx="91455" cy="11385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95384" y="3599701"/>
            <a:ext cx="91455" cy="9315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486839" y="3692853"/>
            <a:ext cx="91455" cy="7245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578294" y="3765305"/>
            <a:ext cx="91455" cy="51751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669750" y="3817056"/>
            <a:ext cx="91455" cy="31051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61205" y="3848107"/>
            <a:ext cx="91455" cy="10350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9852660" y="3848107"/>
            <a:ext cx="91455" cy="10350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9944115" y="3817056"/>
            <a:ext cx="91455" cy="31051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10035570" y="3765305"/>
            <a:ext cx="91455" cy="51751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10127026" y="3692853"/>
            <a:ext cx="91455" cy="7245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10218481" y="3599701"/>
            <a:ext cx="91455" cy="9315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10309936" y="3485848"/>
            <a:ext cx="91455" cy="11385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10401391" y="3351295"/>
            <a:ext cx="91455" cy="13455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10492847" y="3196041"/>
            <a:ext cx="91455" cy="155254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10584302" y="3020087"/>
            <a:ext cx="91455" cy="175954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10675757" y="2823433"/>
            <a:ext cx="91455" cy="19665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10767212" y="2606077"/>
            <a:ext cx="91455" cy="21735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10858668" y="2368022"/>
            <a:ext cx="91455" cy="238056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330184" y="452628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完全唔碰 x 軸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冇實根</a:t>
            </a:r>
            <a:endParaRPr lang="en-US" sz="2000" dirty="0"/>
          </a:p>
        </p:txBody>
      </p:sp>
      <p:sp>
        <p:nvSpPr>
          <p:cNvPr id="102" name="Text 100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大過 0 碰兩次、等於 0 碰一次、細過 0 唔碰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二次函數與判別式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對照表（a &gt; 0）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200400"/>
                <a:gridCol w="329184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Δ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 x 軸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根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Δ &gt;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穿過兩點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兩個唔同實根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−5x+6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Δ =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掂到一點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一個重根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−4x+4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Δ &lt;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唔碰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冇實根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+x+1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轉換點：一齊讀一次三行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二次函數與判別式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判斷根嘅情況：四步走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寫成標準式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+bx+c = 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認出 a、b、c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連埋負號一齊認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 Δ = b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−4ac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記得成個 b 括住先平方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睇正負下結論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&gt;0 兩個、=0 一個、&lt;0 冇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呢四步之後每題都照用。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轉換點：照住四步做一次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二次函數與判別式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最容易錯：b 係負數嗰陣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b = −5 → b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(−5)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25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負數平方變正 —— 要括住先平方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b = −5 → b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−25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冇括住，變咗 −(5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c = −6 → −4ac = −4×1×(−6) = +24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係負數，減負變加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轉換點：再一頁就落手做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二次函數與判別式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三個提提你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先標準式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要等於 0 先可以認 a、b、c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3x−1 要搬埋一邊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睇正負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唔使算到幾多，睇正負就夠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答「有兩個根」就得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&lt; 0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開口向下，但 Δ 嘅睇法一樣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交點數目唔變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二次函數與判別式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−6x+5 =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a=__ b=__ c=__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= ______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有幾多個根？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判斷根嘅情況：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−2x+1 =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+2x+5 = 0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+kx+9 =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有兩個相等實根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k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二次函數與判別式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= b</a:t>
            </a:r>
            <a:pPr algn="ctr" indent="0" marL="0">
              <a:buNone/>
            </a:pPr>
            <a:r>
              <a:rPr lang="en-US" sz="3000" b="1" baseline="30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−4ac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決定條線碰唔碰到 x 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交點 = 根 = 零點，同一件事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Δ&gt;0 兩個根、Δ=0 一個、Δ&lt;0 冇實根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b 係負數要括住先平方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你今日識咗睇 Δ 就知有幾多個根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落堂前，同隔離位講一次：Δ = b 平方 減 4ac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教學調整（Accommodation）：本簡報加入圖象表徵、步驟卡與分層任務，年級學習標準不變。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2026-07-19T10:07:55Z</dcterms:created>
  <dcterms:modified xsi:type="dcterms:W3CDTF">2026-07-19T10:07:55Z</dcterms:modified>
</cp:coreProperties>
</file>