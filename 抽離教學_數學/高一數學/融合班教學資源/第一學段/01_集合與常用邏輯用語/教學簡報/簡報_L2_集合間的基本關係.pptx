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集合間的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基本關係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2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帶走一句：睇關係，就睇邊個圈包住邊個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子集 ⊆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真子集 ⊊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兩個集合相等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空集 ∅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「班上所有女生」同「班上所有學生」，邊個包住邊個？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女生　　學生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一個集合成個喺另一個入面 — 呢個就係「子集」。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咩係子集？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細籃放入大籃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生果籃放入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超市貨架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4465" y="2253813"/>
            <a:ext cx="1783446" cy="17834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698" y="2449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51982" y="2806681"/>
            <a:ext cx="856054" cy="856054"/>
          </a:xfrm>
          <a:prstGeom prst="ellipse">
            <a:avLst/>
          </a:prstGeom>
          <a:solidFill>
            <a:srgbClr val="5E8574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689" y="30335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62272" y="415137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成個喺 B 入面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⊆ B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每個元素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都喺 B 入面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細圈喺大圈入面 = 子集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兩個符號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⊆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讀「包含於」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每個元素都喺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2} ⊆ {1, 2, 3}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⊊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640080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讀「真包含於」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⊆ B 但 A ≠ 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2} ⊊ {1, 2, 3}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∈ 定 ⊆？睇左邊係乜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2 ∈ {1,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係一粒元素 — 元素用 ∈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2 ⊆ {1,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唔係集合，唔可以用 ⊆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{2} ⊆ {1,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{2} 係一個集合 — 集合用 ⊆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轉換點：一齊讀：∈ 屬於、⊆ 包含於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三條要記嘅規則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任何集合都係自己嘅子集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⊆ 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空集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空集係任何集合嘅子集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∅ ⊆ 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相等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互相包含，即係相等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⊆ B 而且 B ⊆ A，即 A = B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子集 同 真子集，差喺邊？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子集 A ⊆ B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每個元素都喺 B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 A = B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例：{1, 2} ⊆ {1, 2}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真子集 A ⊊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⊆ B 但 A ≠ B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至少多一個元素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例：{1, 2} ⊊ {1, 2, 3}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真子集 = 子集，而且唔相等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空集 ∅，最易撈亂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{0} 係空集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{0} 有一個元素 0，唔算空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∅ 冇任何元素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一粒都冇，先叫空集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 A ⊆ B，四步走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寫低 A 同 B 全部元素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A 第一個元素開始，逐個 check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每個都喺 B 入面 → A ⊆ B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再睇 B 有冇多出 → 有就係 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之後做練習，照住呢四步行。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2} 嘅所有子集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53035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子集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係咪真子集？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點解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空集係任何集合嘅子集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{1}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少過 {1, 2}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{2}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少過 {1, 2}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{1, 2}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唔係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{1, 2} 相等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判斷啱唔啱：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2} ⊆ {1, 2, 3}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{3} ⊆ {1, 2}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 {a, b} 嘅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所有子集：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（提示：有 4 個）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2, 3} 有幾多個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子集？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試搵出規律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集合間的基本關係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睇關係，就睇邊個圈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包住邊個圈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⊆ 讀「包含於」：細圈喺大圈入面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⊊ 真子集：包含，但唔相等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∅ 係任何集合嘅子集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你今日識咗睇集合嘅關係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落堂前講一次：⊆ 讀「包含於」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2026-07-19T09:14:41Z</dcterms:created>
  <dcterms:modified xsi:type="dcterms:W3CDTF">2026-07-19T09:14:41Z</dcterms:modified>
</cp:coreProperties>
</file>