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充分條件與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必要條件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5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帶走一句：p ⇒ q，就係 P 圈喺 Q 圈入面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充分條件與必要條件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咩係命題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 ⇒ q 點讀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充分同必要，點分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用圖去睇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中間會停低兩次，一齊做練習。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充分條件與必要條件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地濕，係咪一定落過雨？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落雨　→　地濕　　　地濕　→　？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有啲關係係單向嘅 — 呢個就係充分同必要嘅分別。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充分條件與必要條件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先講清楚三個字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命題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可以判斷真假嘅句子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「2 &gt; 1」係命題；「今日好熱」唔係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寫成「若 p，則 q」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 係條件，q 係結論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⇒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推出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 成立，q 就一定成立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記作 p ⇒ q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充分條件與必要條件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 ⇒ q 其實係咩樣？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係香港人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⇒ 係中國人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但係中國人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唔一定係香港人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4325112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表徵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184465" y="2253813"/>
            <a:ext cx="1783446" cy="178344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02A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698" y="244999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51982" y="2806681"/>
            <a:ext cx="856054" cy="856054"/>
          </a:xfrm>
          <a:prstGeom prst="ellipse">
            <a:avLst/>
          </a:prstGeom>
          <a:solidFill>
            <a:srgbClr val="5E8574"/>
          </a:solidFill>
          <a:ln w="19050">
            <a:solidFill>
              <a:srgbClr val="202A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05689" y="303354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62272" y="4151376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 圈喺 Q 圈入面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01584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8101584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57616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 ⇒ q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 P ⊆ Q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 p ⇒ q，就係 P 圈喺 Q 圈入面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充分條件與必要條件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 p ⇒ q，兩個叫法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 係充分條件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有咗 p，就夠保證 q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 ⇒ q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「有 p 就夠」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係必要條件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冇咗 q，就一定冇 p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 ⇒ q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「冇 q 就唔掂」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前面嗰個叫充分，後面嗰個叫必要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轉換點：一齊讀一次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充分條件與必要條件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判斷條件，四步走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寫清楚 p 同 q 分別係乜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 p ⇒ q：p 成立時 q 係咪一定成立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 q ⇒ p：試搵反例推翻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下結論：充分／必要／充要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兩個方向都要試，唔可以齋試一邊。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充分條件與必要條件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一齊做：例題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「x = 2」係「x</a:t>
            </a:r>
            <a:pPr algn="l" indent="0" marL="0">
              <a:buNone/>
            </a:pPr>
            <a:r>
              <a:rPr lang="en-US" sz="30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4」嘅乜嘢條件？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p：x = 2　　　q：x</a:t>
            </a:r>
            <a:pPr algn="l" indent="0" marL="0">
              <a:buNone/>
            </a:pPr>
            <a:r>
              <a:rPr lang="en-US" sz="23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4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提示：兩個方向都要試一次。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充分條件與必要條件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例題解答，四步走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p：x = 2　　q：x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4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= 2 時 x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4 成立 → p ⇒ q 真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4 時，x 可以 = −2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推唔返轉頭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結論：p 係 q 嘅充分不必要條件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充分條件與必要條件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方向唔可以掉轉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2704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2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x = 2 ⇒ x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4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呢個方向啱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7896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77896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x</a:t>
            </a:r>
            <a:pPr algn="l" indent="0" marL="0">
              <a:buNone/>
            </a:pPr>
            <a:r>
              <a:rPr lang="en-US" sz="2400" b="1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4 ⇒ x = 2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反例：x = −2 時 x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4，但 x ≠ 2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447032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760976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60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4447032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p ⇒ q 即係 q ⇒ p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兩個方向係兩件事，要分開試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充分條件與必要條件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三種情況，三個叫法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743200"/>
                <a:gridCol w="448056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情況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叫法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例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 ⇒ q，但推唔返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充分不必要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p：x = 2　q：x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4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 ⇒ p，但推唔返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必要不充分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p：x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4　q：x = 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兩個方向都推到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充要 p ⇔ q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p：x − 1 = 0　q：x = 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充分條件與必要條件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揀一層，做做看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判斷真假：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= 3 ⇒ 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9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（啱定錯？）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p：x = 1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q：x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1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 係 q 嘅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乜嘢條件？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搵一個 p，令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 ⇔ x &gt; 2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（即係充要條件）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做完 A 想再試，就上 B、C — 自己揀就得。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轉換點：揀一層，開始做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充分條件與必要條件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 ⇒ q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就係 P 圈喺 Q 圈入面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p ⇒ q：p 係充分，q 係必要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方向唔可以掉轉，要另外試一次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兩個方向都推到，就叫充要 p ⇔ q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你今日識咗睇條件嘅方向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落堂前講一次：p ⇒ q，P 圈喺 Q 圈入面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教學調整（Accommodation）：本簡報加入圖像表徵、步驟卡與分層任務，年級學習標準不變。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2026-07-19T09:14:42Z</dcterms:created>
  <dcterms:modified xsi:type="dcterms:W3CDTF">2026-07-19T09:14:42Z</dcterms:modified>
</cp:coreProperties>
</file>