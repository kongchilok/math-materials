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命題的否定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7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帶走一句：否定 = 換量詞 ＋ 否定結論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咩係否定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嘅否定變 ∃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 嘅否定變 ∀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兩步走，寫否定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「班上所有同學都帶咗書」唔啱。噉即係點？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所有人都帶　→　唔啱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即係「至少有一個人冇帶」— 呢個就係否定。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兩條否定規則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 嘅否定 → ∃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原：∀x ∈ M, 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否定：∃x ∈ M, ¬p(x)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「全部啱」→「有一個唔啱」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 嘅否定 → ∀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原：∃x ∈ M, 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否定：∀x ∈ M, ¬p(x)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「有一個啱」→「全部都唔啱」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兩步：① 換量詞　② 否定結論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寫否定，四步走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睇清楚原命題係 ∀ 定 ∃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換量詞：∀ 換 ∃，∃ 換 ∀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否定結論：p(x) 變 ¬p(x)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讀一次，check 意思啱唔啱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轉換點：一齊試一次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結論點否定？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66751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原本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否定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係偶數　→　x 唔係偶數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&gt; 3　→　x ≤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&lt; 3　→　x ≥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=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= 2　→　x ≠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一齊做：例題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寫出「所有素數都係奇數」嘅否定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原命題：∀x ∈ 素數, x 係奇數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提示：換量詞，再否定結論。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例題解答，四步走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原命題係 ∀（所有）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換量詞：∀ 換做 ∃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否定結論：「係奇數」變「唔係奇數」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否定：存在一個素數唔係奇數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呢個否定係真命題 — 2 就係噉嘅例子。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最易寫錯嘅否定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否定係「所有素數都唔係奇數」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量詞冇換 — 變咗另一句，唔係否定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否定係「存在一個素數唔係奇數」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換咗量詞，又否定咗結論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x &gt; 3 嘅否定係 x &lt; 3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漏咗 x = 3 — 應該係 x ≤ 3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完整例子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原命題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否定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∀x ∈ R, x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≥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∃x ∈ R, 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∃x ∈ R, x + 1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∀x ∈ R, x + 1 ≠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∀x ∈ N, x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∃x ∈ N, x ≤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一個重要特性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原命題同佢嘅否定，可唔可以同時真？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例：∀x ∈ R,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≥ 0（真）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否定：∃x ∈ R,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0（假）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一個真，另一個一定假 — 呢個就係否定嘅特性。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寫出否定：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R, x &gt;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（換量詞 ＋ 否定）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寫出否定：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∃x ∈ N,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再判斷否定真假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寫出否定並判真假：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∀x ∈ R,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&gt; x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命題的否定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否定 = 換量詞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否定結論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∀ 嘅否定變 ∃，∃ 嘅否定變 ∀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結論要一齊否定（&gt; 變 ≤）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原命題係真，否定就一定係假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你今日識咗寫命題嘅否定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落堂前講一次：換量詞，再否定結論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2026-07-19T09:14:42Z</dcterms:created>
  <dcterms:modified xsi:type="dcterms:W3CDTF">2026-07-19T09:14:42Z</dcterms:modified>
</cp:coreProperties>
</file>