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補集與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運算性質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4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帶走一句：補集 = 全集入面，唔係佢嘅嗰啲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全集 U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補集 ∁</a:t>
            </a:r>
            <a:pPr algn="l" indent="0" marL="0">
              <a:buNone/>
            </a:pPr>
            <a:r>
              <a:rPr lang="en-US" sz="23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補集嘅性質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綜合運算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唔識游水嘅有幾多人？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 30 人　　識游水 18 人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喺「全班」入面，唔係嗰堆 — 呢個就係「補集」。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咩係補集？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 30 人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識游水 18 人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唔識嘅 12 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62272" y="2176272"/>
            <a:ext cx="3227832" cy="1938528"/>
          </a:xfrm>
          <a:prstGeom prst="rect">
            <a:avLst/>
          </a:prstGeom>
          <a:solidFill>
            <a:srgbClr val="5E8574"/>
          </a:solidFill>
          <a:ln w="15875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221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7088" y="2563978"/>
            <a:ext cx="1318199" cy="13181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1868" y="3021909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62272" y="416966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塗色部分 = ∁</a:t>
            </a:r>
            <a:pPr algn="ctr" indent="0" marL="0">
              <a:buNone/>
            </a:pPr>
            <a:r>
              <a:rPr lang="en-US" sz="17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∁</a:t>
            </a:r>
            <a:pPr algn="l" indent="0" marL="0"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U 入面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唔屬於 A 嘅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補集 = 全集減走 A，剩低嘅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兩個要識嘅字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讀「全集」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而家討論緊嘅全部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= {1, 2, 3, 4, 5, 6}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∁</a:t>
            </a:r>
            <a:pPr algn="ctr" indent="0" marL="0">
              <a:buNone/>
            </a:pPr>
            <a:r>
              <a:rPr lang="en-US" sz="64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ctr" indent="0" marL="0">
              <a:buNone/>
            </a:pPr>
            <a:r>
              <a:rPr lang="en-US" sz="6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讀「補集」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入面唔係 A 嗰啲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2} 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∁</a:t>
            </a:r>
            <a:pPr algn="ctr" indent="0" marL="0">
              <a:buNone/>
            </a:pPr>
            <a:r>
              <a:rPr lang="en-US" sz="2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ctr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{3, 4, 5, 6}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求補集，四步走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寫低全集 U 全部元素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寫低 A 全部元素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U 度劃走 A 嘅元素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剩低嘅就係 ∁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轉換點：一齊做一次補集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例：U = {1, 2, 3, 4, 5, 6}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5720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集合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元素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點得出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{1, 2, 3}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題目俾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{4, 5, 6}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 減走 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{2, 3, 4}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題目俾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{1, 5, 6}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 減走 B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冇全集，就求唔到補集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∁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所有唔係 A 嘅嘢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冇講明全集 U，範圍無限 — 答唔到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先講明 U，再喺 U 入面減走 A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A，U 唔同，補集就唔同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補集嘅性質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64922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算式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點解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∪ 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同佢嘅補集，合埋就係全部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∩ 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冇嘢可以又係 A、又唔係 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全集嘅補集，乜都冇剩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∁</a:t>
                      </a:r>
                      <a:pPr algn="ctr" indent="0" marL="0">
                        <a:buNone/>
                      </a:pPr>
                      <a:r>
                        <a:rPr lang="en-US" sz="2000" b="1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空集嘅補集，就係全部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一齊做：綜合運算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∁</a:t>
            </a:r>
            <a:pPr algn="l" indent="0" marL="0">
              <a:buNone/>
            </a:pPr>
            <a:r>
              <a:rPr lang="en-US" sz="30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 ∪ B)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= {1, 2, 3, 4, 5, 6}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2, 3}　　B = {2, 3, 4}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提示：先做括號入面嘅 A ∪ B，再求補集。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綜合運算，四步走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睇清楚括號：先做 A ∪ 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∪ B = {1, 2, 3, 4}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U 度劃走呢四個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答案：∁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 ∪ B) = {5, 6}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之後做練習，照住呢四步行。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= {1, 2, 3, 4, 5}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∁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= {1, 2, 3, 4, 5, 6}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{2, 4, 6}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∁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 = {1, 2, 3, 4, 5}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{1, 2}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{2, 3}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∁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 ∪ B)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補集與運算性質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補集 = 喺全集入面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減走 A，剩低嘅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冇講明全集 U，就求唔到補集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 ∪ ∁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U（合埋就係全部）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A ∩ ∁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∅（冇重疊）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你今日識咗喺全集入面搵剩低嘅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落堂前講一次：補集 = 全集減走佢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2026-07-19T09:14:41Z</dcterms:created>
  <dcterms:modified xsi:type="dcterms:W3CDTF">2026-07-19T09:14:41Z</dcterms:modified>
</cp:coreProperties>
</file>