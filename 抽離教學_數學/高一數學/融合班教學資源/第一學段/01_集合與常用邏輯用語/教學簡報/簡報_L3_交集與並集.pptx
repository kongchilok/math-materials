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交集與並集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3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帶走一句：「或」用並集 ∪，「且」用交集 ∩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交集與並集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並集 ∪：兩邊合埋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交集 ∩：兩邊共同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「或」同「且」嘅分別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實際計算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中間會停低兩次，一齊做練習。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交集與並集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兩樣都打嘅同學，係邊啲？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籃球：明、華、強　　羽毛球：華、強、美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兩邊都有嘅人 — 呢個就係「交集」。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交集與並集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並集 ∪：合埋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兩隊合埋一齊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所有參加過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運動嘅人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62272" y="2176272"/>
            <a:ext cx="3227832" cy="1938528"/>
          </a:xfrm>
          <a:prstGeom prst="rect">
            <a:avLst/>
          </a:prstGeom>
          <a:solidFill>
            <a:srgbClr val="FFFFFF"/>
          </a:solidFill>
          <a:ln w="15875">
            <a:solidFill>
              <a:srgbClr val="202A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2221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39851" y="2544592"/>
            <a:ext cx="1279428" cy="1279428"/>
          </a:xfrm>
          <a:prstGeom prst="ellipse">
            <a:avLst/>
          </a:prstGeom>
          <a:solidFill>
            <a:srgbClr val="5E8574"/>
          </a:solidFill>
          <a:ln w="19050">
            <a:solidFill>
              <a:srgbClr val="202A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33097" y="2544592"/>
            <a:ext cx="1279428" cy="1279428"/>
          </a:xfrm>
          <a:prstGeom prst="ellipse">
            <a:avLst/>
          </a:prstGeom>
          <a:solidFill>
            <a:srgbClr val="5E8574"/>
          </a:solidFill>
          <a:ln w="1905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16617" y="267253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51931" y="267253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62272" y="4169664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塗色部分 = A ∪ B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22" name="Text 20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∪ B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{x | x∈A 或 x∈B}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並集 = 兩邊全部合埋，重複只寫一次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交集與並集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交集 ∩：共同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兩隊都有份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又打籃球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又打羽毛球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62272" y="2176272"/>
            <a:ext cx="3227832" cy="1938528"/>
          </a:xfrm>
          <a:prstGeom prst="rect">
            <a:avLst/>
          </a:prstGeom>
          <a:solidFill>
            <a:srgbClr val="FFFFFF"/>
          </a:solidFill>
          <a:ln w="15875">
            <a:solidFill>
              <a:srgbClr val="202A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2221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39851" y="2544592"/>
            <a:ext cx="1279428" cy="1279428"/>
          </a:xfrm>
          <a:prstGeom prst="ellipse">
            <a:avLst/>
          </a:prstGeom>
          <a:solidFill>
            <a:srgbClr val="5E8574">
              <a:alpha val="45000"/>
            </a:srgbClr>
          </a:solidFill>
          <a:ln w="19050">
            <a:solidFill>
              <a:srgbClr val="202A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33097" y="2544592"/>
            <a:ext cx="1279428" cy="1279428"/>
          </a:xfrm>
          <a:prstGeom prst="ellipse">
            <a:avLst/>
          </a:prstGeom>
          <a:solidFill>
            <a:srgbClr val="5E8574">
              <a:alpha val="45000"/>
            </a:srgbClr>
          </a:solidFill>
          <a:ln w="1905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16617" y="267253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51931" y="267253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62272" y="4169664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深色部分 = A ∩ B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22" name="Text 20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∩ B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{x | x∈A 且 x∈B}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交集 = 兩邊共同嗰啲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交集與並集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「或」同「且」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並集 ∪（或）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有一邊有，就要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∪ B = {x | x∈A 或 x∈B}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會變大（或一樣）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交集 ∩（且）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兩邊都要有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∩ B = {x | x∈A 且 x∈B}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會變細（或一樣）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「或」= 合埋（∪）　　「且」= 共同（∩）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轉換點：一齊讀：∪ 或、∩ 且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交集與並集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求交集並集，四步走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寫低 A 同 B 全部元素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並集：兩邊合埋，重複只寫一次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交集：圈出兩邊都有嘅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檢查：∩ 嘅元素一定喺 ∪ 入面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之後做練習，照住呢四步行。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交集與並集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例：A = {1, 2, 3}，B = {2, 3, 4}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1480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求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做法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答案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∪ B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兩邊合埋，重複寫一次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{1, 2, 3, 4}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∩ B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圈出兩邊都有嘅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{2, 3}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∪ ∅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加個空嘅，冇變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{1, 2, 3}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∩ ∅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冇共同元素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∅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交集與並集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寫答案時最易錯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A ∪ B = {1, 2, 3, 2, 3, 4}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重複寫咗 — 2 同 3 各寫兩次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A ∪ B = {1, 2, 3, 4}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重複嘅只寫一次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A ∩ B = {1, 2, 3, 4}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呢個係並集，唔係交集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交集與並集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淨係喺 A 嗰啲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91640"/>
            <a:ext cx="5943600" cy="2839212"/>
          </a:xfrm>
          <a:prstGeom prst="rect">
            <a:avLst/>
          </a:prstGeom>
          <a:solidFill>
            <a:srgbClr val="FFFFFF"/>
          </a:solidFill>
          <a:ln w="15875">
            <a:solidFill>
              <a:srgbClr val="202A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37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31197" y="2231090"/>
            <a:ext cx="1873880" cy="1873880"/>
          </a:xfrm>
          <a:prstGeom prst="ellipse">
            <a:avLst/>
          </a:prstGeom>
          <a:solidFill>
            <a:srgbClr val="5E8574"/>
          </a:solidFill>
          <a:ln w="19050">
            <a:solidFill>
              <a:srgbClr val="202A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3003" y="2231090"/>
            <a:ext cx="1873880" cy="1873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02A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31197" y="2231090"/>
            <a:ext cx="1873880" cy="187388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202A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93003" y="2231090"/>
            <a:ext cx="1873880" cy="187388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43630" y="241847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2286" y="241847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塗色部分 = 喺 A，但唔喺 B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即係：A 減走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兩邊共同嗰部分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{1, 2, 3}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= {2, 3, 4}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淨係喺 A = {1}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交集與並集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一齊做：應用題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淨係打籃球嘅有幾多人？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全班 20 人　打籃球 12 人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打羽毛球 9 人　兩樣都打 5 人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提示：用頭先個圖 — 打籃球嘅，減走兩樣都打嘅。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交集與並集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{1, 2, 3}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= {3, 4}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A ∪ B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A ∩ B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細過 6 嘅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正整數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= {2, 4, 6}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A ∩ B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 A ∩ B = {2}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{1, 2}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寫出兩個可能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嘅 B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 A 想再試，就上 B、C — 自己揀就得。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轉換點：揀一層，開始做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交集與並集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「或」用並集 ∪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「且」用交集 ∩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A ∪ B：兩邊合埋，重複只寫一次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A ∩ B：兩邊共同嗰啲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交集嘅元素，一定喺並集入面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你今日識咗合埋同搵共同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落堂前講一次：∪ 係「或」，∩ 係「且」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教學調整（Accommodation）：本簡報加入圖像表徵、步驟卡與分層任務，年級學習標準不變。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2026-07-19T09:14:41Z</dcterms:created>
  <dcterms:modified xsi:type="dcterms:W3CDTF">2026-07-19T09:14:41Z</dcterms:modified>
</cp:coreProperties>
</file>