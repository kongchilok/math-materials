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全稱量詞與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存在量詞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6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帶走一句：∀ 要全部啱，∃ 有一個就夠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全稱量詞 ∀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存在量詞 ∃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判斷全稱命題真假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判斷存在命題真假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邊一句比較難成立？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①「班上所有同學都帶咗書」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②「班上有同學帶咗書」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「所有」同「有啲」，要求差好遠。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兩個量詞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讀「所有」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任意一個、每一個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M, p(x)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讀「存在」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至少有一個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∃x ∈ M, p(x)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兩種命題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全稱量詞命題 ∀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「所有」「任意」「每一個」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M, 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入面每個都要啱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存在量詞命題 ∃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「存在」「有啲」「至少一個」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∃x ∈ M, 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有一個啱就得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要全部　　∃ 要一個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轉換點：一齊讀：∀ 所有、∃ 存在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點判真假？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480560"/>
                <a:gridCol w="36576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要判斷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點做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結論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∀ 命題係真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逐個 x 檢查，全部都啱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先可以話真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∀ 命題係假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搵到一個反例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即刻判假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∃ 命題係真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搵到一個例子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即刻判真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∃ 命題係假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逐個檢查，全部都唔啱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先可以話假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判斷全稱命題，四步走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睇清楚範圍 M 同性質 p(x)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試搵一個反例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搵到反例 → 命題係假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搵唔到，逐個都啱 → 命題係真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全稱命題最快嘅做法：先試搵反例。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一齊做：例題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「所有素數都係奇數」係真定假？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素數：2, 3, 5, 7, 11, 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提示：試搵一個反例。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例題解答，四步走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= 所有素數，p(x)：x 係奇數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試反例：2 係素數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 2 唔係奇數 → 搵到反例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結論：原命題係假命題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一個例子，證到啲乜？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搵到一個例子，就證到 ∀ 命題係真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要全部都啱，一個唔夠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搵到一個反例，就證到 ∀ 命題係假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只要一個唔啱就冧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搵到一個例子，就證到 ∃ 命題係真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 一個就夠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再試一題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「∃x ∈ R,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0」係真定假？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即係：存在一個實數 x，令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提示：∃ 要係假，就要每一個 x 都唔啱。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判斷真假：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R,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≥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（真定假？）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判斷真假：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∃x ∈ R, x + 1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真嘅話寫出 x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判斷真假並解釋：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N,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&gt; 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（提示：試細數）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全稱量詞與存在量詞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要全部啱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 有一個就夠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∀ 讀「所有」，∃ 讀「存在」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全稱要判假：搵一個反例就夠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存在要判真：搵一個例子就夠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你今日識咗分「所有」同「有啲」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落堂前講一次：∀ 全部，∃ 一個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2026-07-19T09:14:42Z</dcterms:created>
  <dcterms:modified xsi:type="dcterms:W3CDTF">2026-07-19T09:14:42Z</dcterms:modified>
</cp:coreProperties>
</file>