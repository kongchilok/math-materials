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集合的概念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與表示法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1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帶走一句：睇到「∈」，就讀「屬於」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咩係集合？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喺唔喺入面：∈ 同 ∉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常用數集：N、Z、Q、R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兩種寫法：列舉法 / 描述法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書包裡面，邊啲算「文具」？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鉛筆　擦膠　水樽　麵包　間尺　紙巾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你頭先做嘅「分類」，數學就叫做「集合」。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咩係集合？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一籃生果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蘋果、橙、香蕉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放埋喺同一個籃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99432" y="2313432"/>
            <a:ext cx="2953512" cy="2148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E857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710428" y="2598725"/>
            <a:ext cx="731520" cy="512064"/>
          </a:xfrm>
          <a:prstGeom prst="ellipse">
            <a:avLst/>
          </a:prstGeom>
          <a:solidFill>
            <a:srgbClr val="DCE6DF"/>
          </a:solidFill>
          <a:ln w="12700">
            <a:solidFill>
              <a:srgbClr val="5E8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0428" y="2598725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蘋果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102" y="3398368"/>
            <a:ext cx="731520" cy="512064"/>
          </a:xfrm>
          <a:prstGeom prst="ellipse">
            <a:avLst/>
          </a:prstGeom>
          <a:solidFill>
            <a:srgbClr val="DCE6DF"/>
          </a:solidFill>
          <a:ln w="12700">
            <a:solidFill>
              <a:srgbClr val="5E85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102" y="339836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橙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48754" y="3398368"/>
            <a:ext cx="731520" cy="512064"/>
          </a:xfrm>
          <a:prstGeom prst="ellipse">
            <a:avLst/>
          </a:prstGeom>
          <a:solidFill>
            <a:srgbClr val="DCE6DF"/>
          </a:solidFill>
          <a:ln w="12700">
            <a:solidFill>
              <a:srgbClr val="5E8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754" y="339836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81144" y="468172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用一個圈，圈住佢哋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23" name="Text 21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{蘋果, 橙, 香蕉}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蘋果 ∈ 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集合 = 一堆確定嘅對象，放埋一齊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集合的三要素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係就係，唔係就唔係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「高個子」唔清楚 → 唔算集合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互異性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同一樣嘢只算一次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{1, 2, 2} 要寫成 {1, 2}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無序性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邊個先寫都一樣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{1, 2} 同 {2, 1} 係同一個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呢個寫法啱唔啱？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{1, 2, 2,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寫咗兩次 — 犯咗互異性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{1, 2,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重複嘅只算一次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{1, 2} = {2, 1}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順序唔緊要 — 無序性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轉換點：一齊讀一次三要素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喺唔喺入面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∈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讀「屬於」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喺入面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∈ {1, 2, 3}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∉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640080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讀「唔屬於」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唔喺入面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∉ {1, 2, 3}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∈ 只講「元素 → 集合」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2 ∈ {1, 2,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係一粒元素 — 啱用 ∈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{2} ∈ {1, 2,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{2} 係一個集合，唔係元素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常用數集符號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530352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自然數（包括 0）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0, 1, 2, 3, …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N*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正整數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 2, 3, …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…, −2, −1, 0, 1, …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有理數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分數、有限小數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數線上所有數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兩種寫法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列舉法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一個個列出嚟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{1, 2, 3, 4}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啱用：元素少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描述法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講清楚條件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{x ∈ N | x &lt; 5}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啱用：元素多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同一個集合，兩種寫法都得　·　再一頁就落手做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描述法 → 列舉法，四步走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睇條件：x ∈ N 而且 x &lt; 5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逐個試：0、1、2、3、4 啱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寫出嚟：{0, 1, 2, 3, 4}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檢查：全部都細過 5 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之後做練習，照住呢四步行。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 ∈ 或 ∉：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___ {1, 2, 3}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___ {1, 2, 3}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用列舉法寫：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細過 6 嘅正整數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= {          }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用描述法寫：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所有偶數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試下寫多過一種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集合的概念與表示法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集合 = 一堆確定、唔重複、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唔講次序嘅對象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∈ 讀「屬於」，即係喺入面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∉ 讀「唔屬於」，即係唔喺入面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{ } 係列舉法，{x | 條件} 係描述法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你今日識咗集合嘅語言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落堂前，同隔離位講一次：∈ 讀「屬於」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教學調整（Accommodation）：本簡報加入圖像表徵、步驟卡與分層任務，年級學習標準不變。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2026-07-19T09:14:40Z</dcterms:created>
  <dcterms:modified xsi:type="dcterms:W3CDTF">2026-07-19T09:14:40Z</dcterms:modified>
</cp:coreProperties>
</file>