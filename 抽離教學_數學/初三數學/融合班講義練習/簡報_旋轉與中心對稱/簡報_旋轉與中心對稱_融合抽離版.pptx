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開場定調：今天不趕進度，跟著兩站走。每一站都是：學一招 → 看老師示範 → 自己挑星星練習。做得起就往上跳一層。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先給地圖：讓學生知道整節課的結構，減少焦慮。兩站節奏一致，做完一站休息一下。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進入站①。先建立信心：旋轉只是換位置，圖形一模一樣（全等）。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低門檻暖身：只判斷是不是繞一點轉。口頭補充：旋轉一定有一個固定不動的中心點。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保底成功經驗：全班都要能講出三要素。用時鐘手勢示範順時針/逆時針。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圖像先行：右圖示範 A→A′，OA=OA′（性質①）、∠AOA′＝旋轉角（性質②）。強調圖形沒變大變小（性質③全等）。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不用量、不用算複雜式子，只要套三個性質。提醒：旋轉角對每一對對應點都一樣，所以 ∠BOB′ 也是 70°。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秒。預告下一段是自己動手做，讓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OA′=OA=4；A2: 15×6=90°。 B3: OB′=OB=3、∠BOB′=70°（旋轉角相等）；B4: 20×6=120°，繞鐘面中心。 C5: 360÷葉數 → 3葉=120°、4葉=90°；C6: 開放，須指出中心與角度（如摩天輪繞輪心）。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回收站①。保底句要全班能覆述：中心、方向、角。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進入站②。賣點：中心對稱其實就是『轉 180°』這一個特別的旋轉。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用撲克牌 K/Q（點對稱設計）示範轉 180° 還一樣，製造好奇。中心對稱＝一種特別的旋轉（180°）。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保底：全班要能背『關於原點 → (−x, −y)』。強調兩個坐標都要變號，不是只變一個。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先具體（穿過原點推到對面）、再圖（畫在格上看到等長）、最後抽象（都變號）。每階示範→引導→學生做。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圖上指出：A 與 A′ 的連線穿過 O，兩段一樣長。口訣：關於原點對稱、繞原點轉 180°，都是 x、y 一起變號。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澄清：軸對稱 ≠ 中心對稱。判斷法：心裡把圖形轉 180°，能不能剛好蓋回自己。用中性灰標『不是』，不用紅色。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轉換點：起身伸展 30 秒。預告下一段是自己動手做，讓 ADHD/ASD 學生有準備。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解答核對｜A1: A→(−2,−5)、B→(3,−1)；A2: 平四(是)、正三角(否)、矩形(是)、圓(是)、正五邊(否)。 B3: 坐標互為相反數 → a=2、b=−3；B4: 轉180°即關於原點對稱 → P′(1,−4)。 C5: A′(−1,−1)、B′(−4,−1)、C′(−1,−3)，都在第三象限；C6: 不對，正三角形要轉120°才重合，180°不重合。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回收站②。保底：能寫出 (x,y)→(−x,−y) 就達標。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整體回收。可請學生每站講一句自己的話覆述。連結：中心對稱就是旋轉 180° 的特例。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正向收束，asset-based。肯定努力與策略，不用『終於』『總算』等字眼。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此頁供教師/IEP 對接用，上課可略過。屬 Accommodation，未剪裁課程內容。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2588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抽離小組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旋轉與中心對稱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兩站通關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圖形的旋轉</a:t>
            </a:r>
            <a:pPr algn="l" indent="0" marL="0">
              <a:buNone/>
            </a:pPr>
            <a:r>
              <a:rPr lang="en-US" sz="2200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   →      </a:t>
            </a:r>
            <a:pPr algn="l" indent="0" marL="0">
              <a:buNone/>
            </a:pPr>
            <a:r>
              <a:rPr lang="en-US" sz="22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中心對稱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融合版 · 同一份簡報，跟著兩站一步一步走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240280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4028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06040" y="203911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圖形的旋轉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606040" y="2587752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繞一點轉角度：旋轉中心、方向、旋轉角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3355848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721608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721608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3520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中心對稱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606040" y="40690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 180° 能重合；點對原點都變相反數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每一站都一樣：學一招 → 看範例 → 挑星星練習 ★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圖形的旋轉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看懂旋轉三要素，會用旋轉的性質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生活裡，哪些在「旋轉」？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745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時鐘的指針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760720" y="1874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 ✔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680960" y="18745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繞鐘面中心轉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2907792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907792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電風扇葉片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760720" y="290779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 ✔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680960" y="2907792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繞中軸轉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731520" y="3941064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3941064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摩天輪座艙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760720" y="3941064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 ✔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680960" y="394106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繞輪心轉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974336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497433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電梯上上下下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760720" y="4974336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 ✗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680960" y="4974336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只是平移，不是旋轉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什麼是旋轉？三個要素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960120"/>
          </a:xfrm>
          <a:prstGeom prst="roundRect">
            <a:avLst>
              <a:gd name="adj" fmla="val 11429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10149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把一個圖形繞著一個點，轉一個角度 —— 就是旋轉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508760" y="2926080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旋轉中心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846320" y="29260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繞著哪一點轉（固定不動）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22960" y="3767328"/>
            <a:ext cx="502920" cy="50292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7673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508760" y="3767328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37673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旋轉方向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846320" y="3767328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順時針 或 逆時針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22960" y="4608576"/>
            <a:ext cx="502920" cy="50292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508760" y="4608576"/>
            <a:ext cx="3108960" cy="502920"/>
          </a:xfrm>
          <a:prstGeom prst="roundRect">
            <a:avLst>
              <a:gd name="adj" fmla="val 14545"/>
            </a:avLst>
          </a:prstGeom>
          <a:solidFill>
            <a:srgbClr val="DCEAE3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60857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旋轉角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846320" y="4608576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轉了多少度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22960" y="5623560"/>
            <a:ext cx="10607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記住三個詞：中心、方向、角度，就掌握了旋轉 👍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性質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旋轉的三個性質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8288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對應點到旋轉中心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距離相等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182112"/>
            <a:ext cx="5669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3182112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45920" y="3182112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每對對應點與中心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連線的夾角＝旋轉角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4535424"/>
            <a:ext cx="56692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535424"/>
            <a:ext cx="822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45920" y="4535424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旋轉前後的圖形</a:t>
            </a:r>
            <a:endParaRPr lang="en-US" sz="2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完全一樣（全等）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583680" y="1828800"/>
            <a:ext cx="5029200" cy="3895344"/>
          </a:xfrm>
          <a:prstGeom prst="roundRect">
            <a:avLst>
              <a:gd name="adj" fmla="val 2817"/>
            </a:avLst>
          </a:prstGeom>
          <a:solidFill>
            <a:srgbClr val="EDF3F0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0" y="2423160"/>
            <a:ext cx="3108960" cy="3108960"/>
          </a:xfrm>
          <a:prstGeom prst="arc">
            <a:avLst>
              <a:gd name="adj1" fmla="val -5520000"/>
              <a:gd name="adj2" fmla="val -1680000"/>
            </a:avLst>
          </a:prstGeom>
          <a:noFill/>
          <a:ln w="19050">
            <a:solidFill>
              <a:srgbClr val="6FA48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 flipV="1">
            <a:off x="8869680" y="3247856"/>
            <a:ext cx="1372524" cy="729784"/>
          </a:xfrm>
          <a:prstGeom prst="line">
            <a:avLst/>
          </a:prstGeom>
          <a:noFill/>
          <a:ln w="28575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815429" y="2424107"/>
            <a:ext cx="54251" cy="1553533"/>
          </a:xfrm>
          <a:prstGeom prst="line">
            <a:avLst/>
          </a:prstGeom>
          <a:noFill/>
          <a:ln w="28575">
            <a:solidFill>
              <a:srgbClr val="4E877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796528" y="3904488"/>
            <a:ext cx="146304" cy="146304"/>
          </a:xfrm>
          <a:prstGeom prst="ellipse">
            <a:avLst/>
          </a:prstGeom>
          <a:solidFill>
            <a:srgbClr val="233A34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59908" y="3165560"/>
            <a:ext cx="164592" cy="164592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33133" y="2341811"/>
            <a:ext cx="164592" cy="164592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20" name="Text 18"/>
          <p:cNvSpPr/>
          <p:nvPr/>
        </p:nvSpPr>
        <p:spPr>
          <a:xfrm>
            <a:off x="8823960" y="4069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351932" y="31381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78269" y="2040059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A′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549640" y="28072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509760" y="4480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0808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OA = OA′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範例（用性質）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△ABC 繞 O 旋轉 70° 得 △A′B′C′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822960"/>
          </a:xfrm>
          <a:prstGeom prst="roundRect">
            <a:avLst>
              <a:gd name="adj" fmla="val 11111"/>
            </a:avLst>
          </a:prstGeom>
          <a:solidFill>
            <a:srgbClr val="DCEAE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00200"/>
            <a:ext cx="10149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已知 OA = 5、∠AOA′ = 70°、OB = 3。求 OA′、∠BOB′、OB′。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77240" y="299466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94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6974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OA′：對應點到中心等距 → OA′ = OA = 5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404622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046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74904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∠BOB′：夾角都等於旋轉角 → ∠BOB′ = 70°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5097780"/>
            <a:ext cx="457200" cy="457200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80060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OB′：對應點到中心等距 → OB′ = OB = 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下一頁換你做：挑一顆星開始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△ 繞 O 旋轉，OA = 4，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旋轉後 OA′ =？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分針每分鐘轉 6°，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12:00 → 12:15 轉幾度？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△ABC 繞 O 轉 70°，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OB = 3、∠AOA′ = 70°，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OB′、∠BOB′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分針 12:00 → 12:20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轉幾度？繞哪一點？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風扇葉片繞軸轉，轉幾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度後看起來一樣？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（試 3 葉、4 葉）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說一個生活中『旋轉』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的例子，指出它的中心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和大約轉的角度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旋轉＝繞中心轉角度，圖形全等不變形。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旋轉三要素：中心、方向、角；對應點到中心一樣長。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96596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291840" y="1965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中心對稱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383280"/>
            <a:ext cx="10424160" cy="1051560"/>
          </a:xfrm>
          <a:prstGeom prst="roundRect">
            <a:avLst>
              <a:gd name="adj" fmla="val 10435"/>
            </a:avLst>
          </a:prstGeom>
          <a:solidFill>
            <a:srgbClr val="35564E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83280"/>
            <a:ext cx="9966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6FA4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目標：</a:t>
            </a:r>
            <a:pPr algn="l" indent="0" marL="0">
              <a:buNone/>
            </a:pPr>
            <a:r>
              <a:rPr lang="en-US" sz="2400" dirty="0">
                <a:solidFill>
                  <a:srgbClr val="E7F0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 180° 能重合；坐標關於原點都變相反數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引入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撲克牌的祕密：轉 180° 還一樣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463040" y="2057400"/>
            <a:ext cx="9235440" cy="2286000"/>
          </a:xfrm>
          <a:prstGeom prst="roundRect">
            <a:avLst>
              <a:gd name="adj" fmla="val 72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22860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把圖形繞一點轉 180°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37360" y="31546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如果能和原來重合 —— 就是中心對稱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概念（保底）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中心對稱是什麼？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698480" cy="1005840"/>
          </a:xfrm>
          <a:prstGeom prst="roundRect">
            <a:avLst>
              <a:gd name="adj" fmla="val 10909"/>
            </a:avLst>
          </a:prstGeom>
          <a:solidFill>
            <a:srgbClr val="4E877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45920"/>
            <a:ext cx="10149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兩個圖形繞一點轉 180° 能重合 → 關於這點成中心對稱，這點叫「對稱中心」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106984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3300984"/>
            <a:ext cx="2377440" cy="512064"/>
          </a:xfrm>
          <a:prstGeom prst="roundRect">
            <a:avLst>
              <a:gd name="adj" fmla="val 14286"/>
            </a:avLst>
          </a:prstGeom>
          <a:solidFill>
            <a:srgbClr val="DCEAE3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30098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性質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11880" y="2971800"/>
            <a:ext cx="76809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對稱點的連線都經過對稱中心，而且被中心平分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4343400"/>
            <a:ext cx="1069848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4672584"/>
            <a:ext cx="2377440" cy="512064"/>
          </a:xfrm>
          <a:prstGeom prst="roundRect">
            <a:avLst>
              <a:gd name="adj" fmla="val 14286"/>
            </a:avLst>
          </a:prstGeom>
          <a:solidFill>
            <a:srgbClr val="DCEAE3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4672584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坐標特例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11880" y="4343400"/>
            <a:ext cx="768096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 (x, y) 關於原點的對稱點是 (−x, −y)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CRA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關於原點對稱：具體 → 圖 → 式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以點 A(3, 2) 為例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0312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6FA48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把點 A 穿過原點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推到「正對面」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一樣遠的位置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48006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800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像翻到背面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096512" y="329184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89120" y="210312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210312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6FA48C"/>
          </a:solidFill>
          <a:ln/>
        </p:spPr>
      </p:sp>
      <p:sp>
        <p:nvSpPr>
          <p:cNvPr id="14" name="Text 12"/>
          <p:cNvSpPr/>
          <p:nvPr/>
        </p:nvSpPr>
        <p:spPr>
          <a:xfrm>
            <a:off x="4389120" y="2103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在坐標格上畫：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A(3, 2) 與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A′(−3, −2)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572000" y="48006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800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連線過 O、等長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54112" y="3291840"/>
            <a:ext cx="310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8046720" y="2103120"/>
            <a:ext cx="3383280" cy="34290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0" y="2103120"/>
            <a:ext cx="3383280" cy="640080"/>
          </a:xfrm>
          <a:prstGeom prst="roundRect">
            <a:avLst>
              <a:gd name="adj" fmla="val 17143"/>
            </a:avLst>
          </a:prstGeom>
          <a:solidFill>
            <a:srgbClr val="6FA48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0" y="21031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0" y="2926080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兩個坐標</a:t>
            </a:r>
            <a:endParaRPr lang="en-US" sz="2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都變相反數：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8229600" y="48006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DCEAE3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4800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(3, 2) → (−3, −2)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範例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在坐標格上看中心對稱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8521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847088"/>
            <a:ext cx="0" cy="365760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1737360" y="1847088"/>
            <a:ext cx="0" cy="365760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2194560" y="1847088"/>
            <a:ext cx="0" cy="365760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2651760" y="1847088"/>
            <a:ext cx="0" cy="365760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108960" y="1847088"/>
            <a:ext cx="0" cy="365760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3566160" y="1847088"/>
            <a:ext cx="0" cy="365760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4023360" y="1847088"/>
            <a:ext cx="0" cy="365760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4480560" y="1847088"/>
            <a:ext cx="0" cy="365760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937760" y="1847088"/>
            <a:ext cx="0" cy="365760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394960" y="1847088"/>
            <a:ext cx="0" cy="365760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852160" y="1847088"/>
            <a:ext cx="0" cy="365760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280160" y="5504688"/>
            <a:ext cx="457200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1280160" y="5047488"/>
            <a:ext cx="457200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280160" y="4590288"/>
            <a:ext cx="457200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280160" y="4133088"/>
            <a:ext cx="457200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280160" y="3675888"/>
            <a:ext cx="457200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280160" y="3218688"/>
            <a:ext cx="457200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1280160" y="2761488"/>
            <a:ext cx="457200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280160" y="2304288"/>
            <a:ext cx="457200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280160" y="1847088"/>
            <a:ext cx="4572000" cy="0"/>
          </a:xfrm>
          <a:prstGeom prst="line">
            <a:avLst/>
          </a:prstGeom>
          <a:noFill/>
          <a:ln w="9525">
            <a:solidFill>
              <a:srgbClr val="D3E1DA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 flipV="1">
            <a:off x="2194560" y="2761488"/>
            <a:ext cx="2743200" cy="1828800"/>
          </a:xfrm>
          <a:prstGeom prst="line">
            <a:avLst/>
          </a:prstGeom>
          <a:noFill/>
          <a:ln w="25400">
            <a:solidFill>
              <a:srgbClr val="6FA48C"/>
            </a:solidFill>
            <a:prstDash val="dash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1280160" y="3675888"/>
            <a:ext cx="4572000" cy="0"/>
          </a:xfrm>
          <a:prstGeom prst="line">
            <a:avLst/>
          </a:prstGeom>
          <a:noFill/>
          <a:ln w="22225">
            <a:solidFill>
              <a:srgbClr val="5C6F68"/>
            </a:solidFill>
            <a:prstDash val="solid"/>
            <a:headEnd type="triangl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566160" y="1847088"/>
            <a:ext cx="0" cy="3657600"/>
          </a:xfrm>
          <a:prstGeom prst="line">
            <a:avLst/>
          </a:prstGeom>
          <a:noFill/>
          <a:ln w="22225">
            <a:solidFill>
              <a:srgbClr val="5C6F68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806440" y="373075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675888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182112" y="371246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864608" y="2688336"/>
            <a:ext cx="146304" cy="146304"/>
          </a:xfrm>
          <a:prstGeom prst="ellipse">
            <a:avLst/>
          </a:prstGeom>
          <a:solidFill>
            <a:srgbClr val="4E8770"/>
          </a:solidFill>
          <a:ln/>
        </p:spPr>
      </p:sp>
      <p:sp>
        <p:nvSpPr>
          <p:cNvPr id="32" name="Text 30"/>
          <p:cNvSpPr/>
          <p:nvPr/>
        </p:nvSpPr>
        <p:spPr>
          <a:xfrm>
            <a:off x="5065776" y="243230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A(3, 2)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2121408" y="4517136"/>
            <a:ext cx="146304" cy="146304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64515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A′(−3, −2)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766560" y="1783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關於原點對稱：x、y 都變號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6766560" y="2331720"/>
            <a:ext cx="4846320" cy="1417320"/>
          </a:xfrm>
          <a:prstGeom prst="roundRect">
            <a:avLst>
              <a:gd name="adj" fmla="val 7742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95160" y="245059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例① A(3, 2)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6995160" y="28529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x：3 → −3    y：2 → −2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95160" y="32461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A′(−3, −2)</a:t>
            </a:r>
            <a:endParaRPr lang="en-US" sz="2100" dirty="0"/>
          </a:p>
        </p:txBody>
      </p:sp>
      <p:sp>
        <p:nvSpPr>
          <p:cNvPr id="40" name="Shape 38"/>
          <p:cNvSpPr/>
          <p:nvPr/>
        </p:nvSpPr>
        <p:spPr>
          <a:xfrm>
            <a:off x="6766560" y="3977640"/>
            <a:ext cx="4846320" cy="1737360"/>
          </a:xfrm>
          <a:prstGeom prst="roundRect">
            <a:avLst>
              <a:gd name="adj" fmla="val 6316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95160" y="409651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例② P(−1, 4) 繞原點轉 180°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6995160" y="45262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 180° = 關於原點對稱</a:t>
            </a:r>
            <a:endParaRPr lang="en-US" sz="1900" dirty="0"/>
          </a:p>
        </p:txBody>
      </p:sp>
      <p:sp>
        <p:nvSpPr>
          <p:cNvPr id="43" name="Text 41"/>
          <p:cNvSpPr/>
          <p:nvPr/>
        </p:nvSpPr>
        <p:spPr>
          <a:xfrm>
            <a:off x="6995160" y="4892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x：−1 → 1    y：4 → −4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6995160" y="5285232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P′(1, −4)</a:t>
            </a:r>
            <a:endParaRPr lang="en-US" sz="2100" dirty="0"/>
          </a:p>
        </p:txBody>
      </p:sp>
      <p:sp>
        <p:nvSpPr>
          <p:cNvPr id="45" name="Text 43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迷思澄清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哪些是中心對稱圖形？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小明說：「正三角形是中心對稱圖形。」  </a:t>
            </a:r>
            <a:pPr algn="l" indent="0" marL="0">
              <a:buNone/>
            </a:pPr>
            <a:r>
              <a:rPr lang="en-US" sz="22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 不對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正三角形要轉 120° 才和自己重合，轉 180° 不能重合 → 不是中心對稱圖形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52578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3337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是中心對稱 ✔（轉 180° 會重合）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8404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平行四邊形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矩形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圓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72200" y="3200400"/>
            <a:ext cx="52578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33375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不是中心對稱 ✗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3840480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正三角形</a:t>
            </a:r>
            <a:endParaRPr lang="en-US" sz="2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正五邊形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011680"/>
            <a:ext cx="5943600" cy="2743200"/>
          </a:xfrm>
          <a:prstGeom prst="roundRect">
            <a:avLst>
              <a:gd name="adj" fmla="val 6667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331720"/>
            <a:ext cx="5943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‖  換一換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383280" y="32004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下一頁換你做：先寫對稱點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108960" y="402336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C6F6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先伸展 30 秒，再開始 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分層練習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挑戰練習 · 自選星星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3816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寫關於原點的對稱點：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A(2, 5) → (＿, ＿)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B(−3, 1) → (＿, ＿)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13816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是不是中心對稱圖形？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平行四邊形／正三角形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／矩形／圓／正五邊形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50664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50664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2" name="Text 10"/>
          <p:cNvSpPr/>
          <p:nvPr/>
        </p:nvSpPr>
        <p:spPr>
          <a:xfrm>
            <a:off x="4733544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733544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70120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A(a, 3) 與 B(−2, b)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關於原點對稱，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 a、b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770120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P(−1, 4) 繞原點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旋轉 180°，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寫出 P′ 的坐標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8506968" y="1783080"/>
            <a:ext cx="3700272" cy="3977640"/>
          </a:xfrm>
          <a:prstGeom prst="roundRect">
            <a:avLst>
              <a:gd name="adj" fmla="val 2965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6968" y="1783080"/>
            <a:ext cx="3700272" cy="822960"/>
          </a:xfrm>
          <a:prstGeom prst="roundRect">
            <a:avLst>
              <a:gd name="adj" fmla="val 13333"/>
            </a:avLst>
          </a:prstGeom>
          <a:solidFill>
            <a:srgbClr val="CFE0D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9848" y="1837944"/>
            <a:ext cx="3334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8689848" y="2203704"/>
            <a:ext cx="3334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E4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726424" y="2743200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5. △ABC：A(1,1)、B(4,1)、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C(1,3) 繞原點轉 180°，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求三頂點在第幾象限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726424" y="4224528"/>
            <a:ext cx="327964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6. 找錯：小明說『正三角形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是中心對稱圖形』，</a:t>
            </a:r>
            <a:endParaRPr lang="en-US" sz="19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9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對嗎？請說明理由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94360" y="5943600"/>
            <a:ext cx="11612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做得起 A，就往 B、C 跳一層 ↗   全部同一個概念，只是鷹架不同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 · 總結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1554480"/>
          </a:xfrm>
          <a:prstGeom prst="roundRect">
            <a:avLst>
              <a:gd name="adj" fmla="val 8824"/>
            </a:avLst>
          </a:prstGeom>
          <a:solidFill>
            <a:srgbClr val="4E8770"/>
          </a:solidFill>
          <a:ln/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 180° 能重合就是中心對稱；對原點都變相反數。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0698480" cy="1371600"/>
          </a:xfrm>
          <a:prstGeom prst="roundRect">
            <a:avLst>
              <a:gd name="adj" fmla="val 10000"/>
            </a:avLst>
          </a:prstGeom>
          <a:solidFill>
            <a:srgbClr val="DCEAE3"/>
          </a:solidFill>
          <a:ln w="12700">
            <a:solidFill>
              <a:srgbClr val="B9CF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794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至少要記得：</a:t>
            </a:r>
            <a:pPr algn="l" indent="0" marL="0">
              <a:buNone/>
            </a:pPr>
            <a:r>
              <a:rPr lang="en-US" sz="24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 (x, y) 關於原點對稱 → (−x, −y)：x、y 都加負號。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兩站帶走話，一次回顧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92024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432304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43230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站①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651760" y="1920240"/>
            <a:ext cx="8595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旋轉＝繞中心轉角度，圖形全等；</a:t>
            </a:r>
            <a:endParaRPr lang="en-US" sz="2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三要素：中心、方向、角。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108813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4215384"/>
            <a:ext cx="1554480" cy="566928"/>
          </a:xfrm>
          <a:prstGeom prst="roundRect">
            <a:avLst>
              <a:gd name="adj" fmla="val 50000"/>
            </a:avLst>
          </a:prstGeom>
          <a:solidFill>
            <a:srgbClr val="6FA48C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4215384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站②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3703320"/>
            <a:ext cx="85953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 180° 能重合就是中心對稱；</a:t>
            </a:r>
            <a:endParaRPr lang="en-US" sz="2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關於原點對稱 → (x, y) 變 (−x, −y)。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E4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你已經走完兩站！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CFE0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旋轉與中心對稱，你做得到。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43891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9FB8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下次看到「關於原點對稱」，記得：x、y 都變相反數。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供科組 / IEP 會議說明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教師備註 · 融合層設計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調整定位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路線：Accommodation（調整支援）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內容不減、維持初三年級標準，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只改「接觸方式」與「練習鷹架」。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分層靠學生自選星星，不點名個案。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B9CFC5"/>
            </a:solidFill>
            <a:prstDash val="solid"/>
          </a:ln>
          <a:effectLst>
            <a:outerShdw sx="100000" sy="100000" kx="0" ky="0" algn="bl" rotWithShape="0" blurRad="88900" dist="25400" dir="5400000">
              <a:srgbClr val="AEBEB6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87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融合層做了什麼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CRA 三階：具體 → 圖 → 抽象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原生幾何圖：旋轉示意 / 坐標對稱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步驟卡：套性質一步一行、編號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轉換點＋預告：照顧注意力節奏</a:t>
            </a:r>
            <a:endParaRPr lang="en-US" sz="20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233A3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◆ 保底成功句＋asset-based 用語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6455664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初三數學 · 旋轉與中心對稱（抽離小組·融合版）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0" y="645566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CA29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旋轉與中心對稱 兩站通關（融合抽離版）</dc:title>
  <dc:subject>PptxGenJS Presentation</dc:subject>
  <dc:creator>初三數學抽離小組</dc:creator>
  <cp:lastModifiedBy>初三數學抽離小組</cp:lastModifiedBy>
  <cp:revision>1</cp:revision>
  <dcterms:created xsi:type="dcterms:W3CDTF">2026-07-19T03:56:04Z</dcterms:created>
  <dcterms:modified xsi:type="dcterms:W3CDTF">2026-07-19T03:56:04Z</dcterms:modified>
</cp:coreProperties>
</file>