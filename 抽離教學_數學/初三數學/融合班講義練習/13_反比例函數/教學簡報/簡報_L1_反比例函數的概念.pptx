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反比例函數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係咩嚟㗎？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　反比例函數的概念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12 粒糖講起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數糖仔：12 粒點樣分？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y ＝ k/x 呢個樣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一齊判斷：邊條係反比例函數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揀一層，自己做做看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今日唔使計好難嘅嘢，識得「認得出」就夠。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粒糖，平均分俾 x 個人，每人分到 y 粒。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個人　→　每人 6 粒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個人　→　每人 4 粒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你發現咩？　人數 × 每人粒數 ＝ 12，次次都係 12。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轉換點：一齊數：4 個人、6 個人嘅話呢？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由糖仔去到算式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粒糖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分俾 x 個人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 y 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2　→　y ＝ 6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3　→　y ＝ 4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4　→　y ＝ 3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6　→　y ＝ 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60028" y="3006852"/>
            <a:ext cx="1158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0018268" y="2842463"/>
            <a:ext cx="82702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3520" dirty="0"/>
          </a:p>
        </p:txBody>
      </p:sp>
      <p:sp>
        <p:nvSpPr>
          <p:cNvPr id="19" name="Shape 17"/>
          <p:cNvSpPr/>
          <p:nvPr/>
        </p:nvSpPr>
        <p:spPr>
          <a:xfrm>
            <a:off x="10063988" y="3387852"/>
            <a:ext cx="735584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8268" y="3450438"/>
            <a:ext cx="82702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2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3520" dirty="0"/>
          </a:p>
        </p:txBody>
      </p:sp>
      <p:sp>
        <p:nvSpPr>
          <p:cNvPr id="21" name="Text 19"/>
          <p:cNvSpPr/>
          <p:nvPr/>
        </p:nvSpPr>
        <p:spPr>
          <a:xfrm>
            <a:off x="8357616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xy ＝ 12 得出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人數大咗，每人分到就細咗——但相乘永遠係 12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反比例函數：睇三樣嘢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喺下面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一定要喺分數線下面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 xy ＝ k 都係同一件事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係常數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上面嗰個係一個固定嘅數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正數負數都得，例如 12、−8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≠ 0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唔可以係 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點解？一陣會拆開講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轉換點：一陣一齊判斷 4 條式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同一件事，兩種寫法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01620" y="1884426"/>
            <a:ext cx="131826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9880" y="1695379"/>
            <a:ext cx="576580" cy="55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48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4048" dirty="0"/>
          </a:p>
        </p:txBody>
      </p:sp>
      <p:sp>
        <p:nvSpPr>
          <p:cNvPr id="9" name="Shape 7"/>
          <p:cNvSpPr/>
          <p:nvPr/>
        </p:nvSpPr>
        <p:spPr>
          <a:xfrm>
            <a:off x="4165600" y="2322576"/>
            <a:ext cx="485140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9880" y="2394549"/>
            <a:ext cx="576580" cy="55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48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4048" dirty="0"/>
          </a:p>
        </p:txBody>
      </p:sp>
      <p:sp>
        <p:nvSpPr>
          <p:cNvPr id="11" name="Text 9"/>
          <p:cNvSpPr/>
          <p:nvPr/>
        </p:nvSpPr>
        <p:spPr>
          <a:xfrm>
            <a:off x="777240" y="301660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兩邊同時乘 x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51074" y="3619500"/>
            <a:ext cx="1995932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xy ＝ k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兩種寫法，同一個反比例函數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見到邊一種寫法，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都係反比例函數。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係上面嗰個常數，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一定要喺下面。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呢啲係唔係反比例函數？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9428" y="1669923"/>
            <a:ext cx="891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10968" y="1546631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640" dirty="0"/>
          </a:p>
        </p:txBody>
      </p:sp>
      <p:sp>
        <p:nvSpPr>
          <p:cNvPr id="9" name="Shape 7"/>
          <p:cNvSpPr/>
          <p:nvPr/>
        </p:nvSpPr>
        <p:spPr>
          <a:xfrm>
            <a:off x="2456688" y="1955673"/>
            <a:ext cx="367284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0968" y="2002612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640" dirty="0"/>
          </a:p>
        </p:txBody>
      </p:sp>
      <p:sp>
        <p:nvSpPr>
          <p:cNvPr id="11" name="Shape 9"/>
          <p:cNvSpPr/>
          <p:nvPr/>
        </p:nvSpPr>
        <p:spPr>
          <a:xfrm>
            <a:off x="3931920" y="1672209"/>
            <a:ext cx="566928" cy="566928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67220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90288" y="148132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48132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喺分數線下面，上面係常數 5　→　k ＝ 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261289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9428" y="2801493"/>
            <a:ext cx="891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10968" y="2678201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640" dirty="0"/>
          </a:p>
        </p:txBody>
      </p:sp>
      <p:sp>
        <p:nvSpPr>
          <p:cNvPr id="18" name="Shape 16"/>
          <p:cNvSpPr/>
          <p:nvPr/>
        </p:nvSpPr>
        <p:spPr>
          <a:xfrm>
            <a:off x="2456688" y="3087243"/>
            <a:ext cx="367284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0968" y="3134182"/>
            <a:ext cx="45872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640" dirty="0"/>
          </a:p>
        </p:txBody>
      </p:sp>
      <p:sp>
        <p:nvSpPr>
          <p:cNvPr id="20" name="Shape 18"/>
          <p:cNvSpPr/>
          <p:nvPr/>
        </p:nvSpPr>
        <p:spPr>
          <a:xfrm>
            <a:off x="3931920" y="2803779"/>
            <a:ext cx="566928" cy="566928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80377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90288" y="261289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261289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走咗去上面！分數線下面係 5，唔係 x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374446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08938" y="3933063"/>
            <a:ext cx="8915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300478" y="3809771"/>
            <a:ext cx="67970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−7</a:t>
            </a:r>
            <a:endParaRPr lang="en-US" sz="2640" dirty="0"/>
          </a:p>
        </p:txBody>
      </p:sp>
      <p:sp>
        <p:nvSpPr>
          <p:cNvPr id="27" name="Shape 25"/>
          <p:cNvSpPr/>
          <p:nvPr/>
        </p:nvSpPr>
        <p:spPr>
          <a:xfrm>
            <a:off x="2346198" y="4218813"/>
            <a:ext cx="588264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0478" y="4265752"/>
            <a:ext cx="67970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640" dirty="0"/>
          </a:p>
        </p:txBody>
      </p:sp>
      <p:sp>
        <p:nvSpPr>
          <p:cNvPr id="29" name="Shape 27"/>
          <p:cNvSpPr/>
          <p:nvPr/>
        </p:nvSpPr>
        <p:spPr>
          <a:xfrm>
            <a:off x="3931920" y="3935349"/>
            <a:ext cx="566928" cy="566928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393534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590288" y="374446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32120" y="374446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係負數都得，−7 都係一個常數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48640" y="487603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7760" y="5064633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3x ＋ 1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3931920" y="5066919"/>
            <a:ext cx="566928" cy="566928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50669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590288" y="487603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32120" y="487603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冇分數線，x 喺上面——呢個係一次函數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x 喺邊：喺分數線下面嗎？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睇上面：係唔係一個固定嘅數？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問一句：呢個數係咪 0？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講出 k：上面嗰個數就係 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四步做完，就答得出「係」定「唔係」，同埋 k 等於幾多。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用四步，逐條判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46888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 喺下面？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係反比例？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 ＝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＝ 8/x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＝ x/8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唔係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唔係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＝ −2/x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xy ＝ 10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改寫成 y ＝ 10/x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轉換點：下一頁：自己揀一層做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 k 唔可以係 0？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k ＝ 0，會變成點？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0/x ＝ 0</a:t>
            </a:r>
            <a:endParaRPr lang="en-US" sz="2300" dirty="0"/>
          </a:p>
          <a:p>
            <a:pPr algn="l" indent="0" marL="0">
              <a:buNone/>
            </a:pP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無論 x 係幾多，y 都一律係 0。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咁就變咗一條打橫線，唔再係雙曲線——所以定義寫明 k ≠ 0。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圈出反比例函數：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4/x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4x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−4/x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再寫低每個 k。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y ＝ 10/x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k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把 xy ＝ 15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改寫成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y ＝ ?/x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(k − 2)/x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係反比例函數。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可以係咩數？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提示：k − 2 ≠ 0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做完一層想試上一層，隨時可以。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L1　反比例函數的概念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同 y 相乘永遠係 k，一個大、另一個就細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x 一定要喺分數線下面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上面嗰個常數就係 k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k 唔可以係 0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完成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下一課：畫出反比例函數嘅圖像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本課為調整支援（Accommodation）：年級標準不變，只調整呈現方式與練習層次。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2026-07-20T04:36:45Z</dcterms:created>
  <dcterms:modified xsi:type="dcterms:W3CDTF">2026-07-20T04:36:45Z</dcterms:modified>
</cp:coreProperties>
</file>