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點行到邊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面積都一樣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　k 的幾何意義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矩形面積 ＝ |k|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喺圖像上起一個長方形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換過另一點，面積會變嗎？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點解永遠都係 |k|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揀一層，自己做做看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今日主要係「睇」同「數格」，計嘅嘢好少。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起一個長方形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P(2, 6) 喺 y ＝ 12/x 上。由 P 向兩條軸畫垂線。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長（橫向）＝ 2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闊（縱向）＝ 6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＝ 2 × 6 ＝ 12。咦，12 好眼熟——正正就係 k。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轉換點：一齊數：格仔真係有 12 格嗎？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喺 (2, 6)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49040" y="1916974"/>
            <a:ext cx="450669" cy="1352006"/>
          </a:xfrm>
          <a:prstGeom prst="rect">
            <a:avLst/>
          </a:prstGeom>
          <a:solidFill>
            <a:srgbClr val="5E8574">
              <a:alpha val="38000"/>
            </a:srgbClr>
          </a:solidFill>
          <a:ln w="1905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35327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5104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94880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24656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4433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84209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3985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76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538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3314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3091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286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92643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2419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52196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8197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1748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1525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1301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1077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0854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60630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0406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20183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9959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79735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951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9288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69064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8841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861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58393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88169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17946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4772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77498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07275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37051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66827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96604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71700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01476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31253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61029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90805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2058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50358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80134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09911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3968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9463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99239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29016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5879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88568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18345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48121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77897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07674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37450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67226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97003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26779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56555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8633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16108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45884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75661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0543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35213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64989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94766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2454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54318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84095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13871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43647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73424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03200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332976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26557" y="18438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P(2, 6)：又高又窄　→　2 × 6 ＝ 12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 向 x 軸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 y 軸各畫一條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垂線，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同兩條軸圍成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一個長方形。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 P 去 (6, 2) 呢？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49040" y="2818311"/>
            <a:ext cx="1352006" cy="450669"/>
          </a:xfrm>
          <a:prstGeom prst="rect">
            <a:avLst/>
          </a:prstGeom>
          <a:solidFill>
            <a:srgbClr val="5E8574">
              <a:alpha val="38000"/>
            </a:srgbClr>
          </a:solidFill>
          <a:ln w="1905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35327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5104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94880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24656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4433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84209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3985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76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538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3314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3091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286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92643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2419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52196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8197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1748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1525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1301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1077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0854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60630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0406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20183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9959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79735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951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9288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69064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8841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861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58393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88169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17946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4772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77498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07275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37051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66827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96604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71700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01476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31253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61029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90805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2058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50358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80134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09911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3968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9463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99239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29016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5879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88568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18345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48121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77897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07674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37450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67226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97003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26779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56555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8633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16108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45884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75661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0543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35213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64989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94766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2454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54318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84095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13871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43647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73424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03200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332976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27894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P(6, 2)：又矮又闊　→　6 × 2 ＝ 12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形狀完全唔同：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一個高窄、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一個矮闊。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但面積一樣，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都係 12。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四個點，四個形狀，同一個面積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  <a:gridCol w="33832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 P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長（x）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闊（y）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面積 ＝ x × y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(2, 6)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(3, 4)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(4, 3)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(6, 2)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轉換點：下一頁：點解永遠都係 12？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點解永遠一樣？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P(a, b)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喺圖像上，所以 b ＝ k/a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 ＝ a，闊 ＝ 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＝ a × b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b ＝ k/a 代入去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× (k/a) ＝ k　——a 消咗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所以面積 ＝ |k|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消咗，即係同 P 喺邊完全無關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面積唔會係負數，所以要加絕對值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k 係負數呢？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＝ −8，難道面積係 −8？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P(−2, 4) 喺 y ＝ −8/x 上。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 ＝ 2，闊 ＝ 4　→　面積 ＝ 8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面積永遠係正數。所以公式寫 |k|，唔係 k。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求面積四步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睇清楚係邊條反比例函數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搵出 k：分數線上面嗰個數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取絕對值：|k|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答：矩形面積 ＝ |k|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唔使知道 P 喺邊——呢個就係本課最抵用嘅地方。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轉換點：下一頁：自己揀一層做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5/x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係圖像上任何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一點，圍成嘅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矩形面積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（提示：面積 ＝ |k|）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y ＝ −20/x，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矩形面積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點 (4, b) 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＝ 20/x 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求 b 同面積。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某反比例函數，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圖像上任一點圍成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嘅矩形面積都係 9。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呢個函數可能係咩？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（唔止一個答案）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C：|k| ＝ 9，k 可以係邊啲數？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L5　k 的幾何意義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圖像上任何一點圍成嘅矩形，面積永遠係 |k|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面積 ＝ |x × y| ＝ |k|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P 行到邊都一樣，面積唔會變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面積係正數，所以用 |k| 唔用 k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 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下一課：五課合埋，總複習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2026-07-20T04:54:06Z</dcterms:created>
  <dcterms:modified xsi:type="dcterms:W3CDTF">2026-07-20T04:54:06Z</dcterms:modified>
</cp:coreProperties>
</file>