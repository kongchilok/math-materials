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知道一個點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就求到成條式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　待定係數法（求解析式）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→ 代入 → 解 k → 寫返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只知一個點，夠唔夠？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四步求解析式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反過來：知道式，求點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揀一層，自己做做看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今日四步次次一樣，記熟咗就唔使諗。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只知道一個點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反比例函數嘅圖像過點 (2, 3)，求解析式。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我哋知道個樣一定係 y ＝ k/x，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但係唔知 k 係幾多。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有一個點，就夠計出 k。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轉換點：一齊試：k 應該係幾多？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求解析式四步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設：寫低 y ＝ k/x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代入：把個點嘅 x、y 填入去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解：計出 k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寫返：把 k 填返落 y ＝ k/x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呢四步唔理數字幾難都一樣，係固定嘅流程。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跟足四步，做一次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0612" y="1960245"/>
            <a:ext cx="18402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　　y ＝ 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450842" y="1849283"/>
            <a:ext cx="436626" cy="32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7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2376" dirty="0"/>
          </a:p>
        </p:txBody>
      </p:sp>
      <p:sp>
        <p:nvSpPr>
          <p:cNvPr id="9" name="Shape 7"/>
          <p:cNvSpPr/>
          <p:nvPr/>
        </p:nvSpPr>
        <p:spPr>
          <a:xfrm>
            <a:off x="4496562" y="2217420"/>
            <a:ext cx="345186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0842" y="2259665"/>
            <a:ext cx="436626" cy="32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7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376" dirty="0"/>
          </a:p>
        </p:txBody>
      </p:sp>
      <p:sp>
        <p:nvSpPr>
          <p:cNvPr id="11" name="Text 9"/>
          <p:cNvSpPr/>
          <p:nvPr/>
        </p:nvSpPr>
        <p:spPr>
          <a:xfrm>
            <a:off x="1852803" y="3011805"/>
            <a:ext cx="33558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 (2, 3)：　3 ＝ 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08651" y="2900843"/>
            <a:ext cx="436626" cy="32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7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2376" dirty="0"/>
          </a:p>
        </p:txBody>
      </p:sp>
      <p:sp>
        <p:nvSpPr>
          <p:cNvPr id="13" name="Shape 11"/>
          <p:cNvSpPr/>
          <p:nvPr/>
        </p:nvSpPr>
        <p:spPr>
          <a:xfrm>
            <a:off x="5254371" y="3268980"/>
            <a:ext cx="345186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8651" y="3311225"/>
            <a:ext cx="436626" cy="32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7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376" dirty="0"/>
          </a:p>
        </p:txBody>
      </p:sp>
      <p:sp>
        <p:nvSpPr>
          <p:cNvPr id="15" name="Text 13"/>
          <p:cNvSpPr/>
          <p:nvPr/>
        </p:nvSpPr>
        <p:spPr>
          <a:xfrm>
            <a:off x="1979676" y="4063365"/>
            <a:ext cx="310210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 ＝ 6　所以　y ＝ 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081778" y="3952403"/>
            <a:ext cx="436626" cy="32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7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376" dirty="0"/>
          </a:p>
        </p:txBody>
      </p:sp>
      <p:sp>
        <p:nvSpPr>
          <p:cNvPr id="17" name="Shape 15"/>
          <p:cNvSpPr/>
          <p:nvPr/>
        </p:nvSpPr>
        <p:spPr>
          <a:xfrm>
            <a:off x="5127498" y="4320540"/>
            <a:ext cx="345186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1778" y="4362785"/>
            <a:ext cx="436626" cy="32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7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376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一個點，就求到成條式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第一步：設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第二步：代入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第三步：解出 k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第四步：寫返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同一個流程，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次次照做。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最易錯：漏咗個負號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圖像過點 (−2, 5)，k 係 10 定 −10？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＝ k/(−2)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兩邊乘 (−2)：　k ＝ 5 × (−2) ＝ −10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分母係負數，k 就係負數。漏咗個負號，連象限都會判錯。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一齊做三題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1920240"/>
                <a:gridCol w="40233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圖像過嘅點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 ＝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解析式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(3, 4)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＝ k/3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12/x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(−4, 3)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＝ k/(−4)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−12/x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(1, −8)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−8 ＝ k/1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＝ −8/x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轉換點：下一頁：反過來玩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反過來：知道式，求點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A(2, m) 喺 y ＝ 6/x 嘅圖像上，求 m。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＝ 2 代入：　m ＝ 6/2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 ＝ 3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「喺圖像上」＝ 把 x、y 代入之後，等號一定要成立。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呢啲點喺唔喺 y ＝ −10/x 上面？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7310" y="1669923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( 5, −2 )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931920" y="1672209"/>
            <a:ext cx="566928" cy="566928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67220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90288" y="148132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148132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−10/5 ＝ −2，同 y 一樣 → 喺圖像上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261289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7800" y="2801493"/>
            <a:ext cx="14935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( 5, 2 )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931920" y="2803779"/>
            <a:ext cx="566928" cy="566928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80377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90288" y="261289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261289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−10/5 ＝ −2，但 y 係 2 → 唔喺圖像上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74446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7310" y="3933063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( 2, −5 )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931920" y="3935349"/>
            <a:ext cx="566928" cy="566928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93534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90288" y="374446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374446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−10/2 ＝ −5，同 y 一樣 → 喺圖像上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876038"/>
            <a:ext cx="11064240" cy="948690"/>
          </a:xfrm>
          <a:prstGeom prst="roundRect">
            <a:avLst>
              <a:gd name="adj" fmla="val 7711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7310" y="5064633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( 10, 1 )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3931920" y="5066919"/>
            <a:ext cx="566928" cy="566928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50669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90288" y="4876038"/>
            <a:ext cx="86868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32120" y="4876038"/>
            <a:ext cx="5943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−10/10 ＝ −1，但 y 係 1 → 唔喺圖像上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轉換點：下一頁：自己揀一層做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圖像過 (2, 4)。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設 y ＝ k/x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代入：4 ＝ k/2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k ＝ 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(4) 寫返解析式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圖像過 (−3, 2)，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求解析式。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點 (1, m) 喺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y ＝ −6/x 上，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求 m。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＝ k/x 過 (2, 6)。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(1) 求 k。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(2) 點 (3, m) 都喺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圖像上，求 m。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(3) x、y 都係整數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嘅點有幾多個？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C(3) 想一想：x 要係 12 嘅咩數先得？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L4　待定係數法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有一個點，就求到成條式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設 y ＝ k/x，把點嘅 x、y 代入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解出 k，再寫返落條式度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「喺圖像上」＝ 代入之後等號成立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 完成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下一課：k 除咗睇象限，仲有咩用？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本課為調整支援（Accommodation）：年級標準不變，只調整呈現方式與練習層次。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2026-07-20T04:56:38Z</dcterms:created>
  <dcterms:modified xsi:type="dcterms:W3CDTF">2026-07-20T04:56:38Z</dcterms:modified>
</cp:coreProperties>
</file>