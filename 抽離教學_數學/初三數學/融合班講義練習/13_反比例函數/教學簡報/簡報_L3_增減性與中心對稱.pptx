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</p:sldIdLst>
  <p:notesMasterIdLst>
    <p:notesMasterId r:id="rId16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notesMaster" Target="notesMasters/notesMaster1.xml"/><Relationship Id="rId17" Type="http://schemas.openxmlformats.org/officeDocument/2006/relationships/presProps" Target="presProps.xml"/><Relationship Id="rId18" Type="http://schemas.openxmlformats.org/officeDocument/2006/relationships/viewProps" Target="viewProps.xml"/><Relationship Id="rId19" Type="http://schemas.openxmlformats.org/officeDocument/2006/relationships/theme" Target="theme/theme1.xml"/><Relationship Id="rId20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34493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858000" y="548640"/>
            <a:ext cx="5120640" cy="576072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8000" dirty="0">
                <a:solidFill>
                  <a:srgbClr val="3E5349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{ }</a:t>
            </a:r>
            <a:endParaRPr lang="en-US" sz="18000" dirty="0"/>
          </a:p>
        </p:txBody>
      </p:sp>
      <p:sp>
        <p:nvSpPr>
          <p:cNvPr id="3" name="Text 1"/>
          <p:cNvSpPr/>
          <p:nvPr/>
        </p:nvSpPr>
        <p:spPr>
          <a:xfrm>
            <a:off x="548640" y="2103120"/>
            <a:ext cx="749808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44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喺同一支上面</a:t>
            </a:r>
            <a:endParaRPr lang="en-US" sz="4400" dirty="0"/>
          </a:p>
          <a:p>
            <a:pPr algn="l" indent="0" marL="0">
              <a:buNone/>
            </a:pPr>
            <a:r>
              <a:rPr lang="en-US" sz="44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y 係點變？</a:t>
            </a:r>
            <a:endParaRPr lang="en-US" sz="4400" dirty="0"/>
          </a:p>
        </p:txBody>
      </p:sp>
      <p:sp>
        <p:nvSpPr>
          <p:cNvPr id="4" name="Text 2"/>
          <p:cNvSpPr/>
          <p:nvPr/>
        </p:nvSpPr>
        <p:spPr>
          <a:xfrm>
            <a:off x="548640" y="3886200"/>
            <a:ext cx="74980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dirty="0">
                <a:solidFill>
                  <a:srgbClr val="C9D6CE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L3　增減性與中心對稱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548640" y="4709160"/>
            <a:ext cx="7498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000" dirty="0">
                <a:solidFill>
                  <a:srgbClr val="9DBAA9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四個字好緊要：每一支上</a:t>
            </a:r>
            <a:endParaRPr lang="en-US" sz="2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1F4F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6437376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6B7A72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初三數學 · L3　增減性與中心對稱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11247120" y="6437376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6B7A72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2</a:t>
            </a:r>
            <a:endParaRPr lang="en-US" sz="1100" dirty="0"/>
          </a:p>
        </p:txBody>
      </p:sp>
      <p:sp>
        <p:nvSpPr>
          <p:cNvPr id="4" name="Shape 2"/>
          <p:cNvSpPr/>
          <p:nvPr/>
        </p:nvSpPr>
        <p:spPr>
          <a:xfrm>
            <a:off x="548640" y="475488"/>
            <a:ext cx="274320" cy="274320"/>
          </a:xfrm>
          <a:prstGeom prst="ellipse">
            <a:avLst/>
          </a:prstGeom>
          <a:solidFill>
            <a:srgbClr val="5E8574"/>
          </a:solidFill>
          <a:ln/>
        </p:spPr>
      </p:sp>
      <p:sp>
        <p:nvSpPr>
          <p:cNvPr id="5" name="Text 3"/>
          <p:cNvSpPr/>
          <p:nvPr/>
        </p:nvSpPr>
        <p:spPr>
          <a:xfrm>
            <a:off x="932688" y="347472"/>
            <a:ext cx="106984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2E4A4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今日課堂流程</a:t>
            </a:r>
            <a:endParaRPr lang="en-US" sz="3200" dirty="0"/>
          </a:p>
        </p:txBody>
      </p:sp>
      <p:sp>
        <p:nvSpPr>
          <p:cNvPr id="6" name="Shape 4"/>
          <p:cNvSpPr/>
          <p:nvPr/>
        </p:nvSpPr>
        <p:spPr>
          <a:xfrm>
            <a:off x="548640" y="1508760"/>
            <a:ext cx="786384" cy="786384"/>
          </a:xfrm>
          <a:prstGeom prst="ellipse">
            <a:avLst/>
          </a:prstGeom>
          <a:solidFill>
            <a:srgbClr val="5E8574"/>
          </a:solidFill>
          <a:ln/>
        </p:spPr>
      </p:sp>
      <p:sp>
        <p:nvSpPr>
          <p:cNvPr id="7" name="Text 5"/>
          <p:cNvSpPr/>
          <p:nvPr/>
        </p:nvSpPr>
        <p:spPr>
          <a:xfrm>
            <a:off x="548640" y="1508760"/>
            <a:ext cx="786384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1</a:t>
            </a:r>
            <a:endParaRPr lang="en-US" sz="3000" dirty="0"/>
          </a:p>
        </p:txBody>
      </p:sp>
      <p:sp>
        <p:nvSpPr>
          <p:cNvPr id="8" name="Shape 6"/>
          <p:cNvSpPr/>
          <p:nvPr/>
        </p:nvSpPr>
        <p:spPr>
          <a:xfrm>
            <a:off x="1563624" y="1508760"/>
            <a:ext cx="10049256" cy="786384"/>
          </a:xfrm>
          <a:prstGeom prst="roundRect">
            <a:avLst>
              <a:gd name="adj" fmla="val 9302"/>
            </a:avLst>
          </a:prstGeom>
          <a:solidFill>
            <a:srgbClr val="DCE6DF"/>
          </a:solidFill>
          <a:ln w="12700">
            <a:solidFill>
              <a:srgbClr val="C4D3C8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837944" y="1508760"/>
            <a:ext cx="9500616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300" b="1" dirty="0">
                <a:solidFill>
                  <a:srgbClr val="2E4A4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喺一支上面行，y 點變？</a:t>
            </a:r>
            <a:endParaRPr lang="en-US" sz="2300" dirty="0"/>
          </a:p>
        </p:txBody>
      </p:sp>
      <p:sp>
        <p:nvSpPr>
          <p:cNvPr id="10" name="Shape 8"/>
          <p:cNvSpPr/>
          <p:nvPr/>
        </p:nvSpPr>
        <p:spPr>
          <a:xfrm>
            <a:off x="548640" y="2441448"/>
            <a:ext cx="786384" cy="786384"/>
          </a:xfrm>
          <a:prstGeom prst="ellipse">
            <a:avLst/>
          </a:prstGeom>
          <a:solidFill>
            <a:srgbClr val="5E8574"/>
          </a:solidFill>
          <a:ln/>
        </p:spPr>
      </p:sp>
      <p:sp>
        <p:nvSpPr>
          <p:cNvPr id="11" name="Text 9"/>
          <p:cNvSpPr/>
          <p:nvPr/>
        </p:nvSpPr>
        <p:spPr>
          <a:xfrm>
            <a:off x="548640" y="2441448"/>
            <a:ext cx="786384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2</a:t>
            </a:r>
            <a:endParaRPr lang="en-US" sz="3000" dirty="0"/>
          </a:p>
        </p:txBody>
      </p:sp>
      <p:sp>
        <p:nvSpPr>
          <p:cNvPr id="12" name="Shape 10"/>
          <p:cNvSpPr/>
          <p:nvPr/>
        </p:nvSpPr>
        <p:spPr>
          <a:xfrm>
            <a:off x="1563624" y="2441448"/>
            <a:ext cx="10049256" cy="786384"/>
          </a:xfrm>
          <a:prstGeom prst="roundRect">
            <a:avLst>
              <a:gd name="adj" fmla="val 9302"/>
            </a:avLst>
          </a:prstGeom>
          <a:solidFill>
            <a:srgbClr val="DCE6DF"/>
          </a:solidFill>
          <a:ln w="12700">
            <a:solidFill>
              <a:srgbClr val="C4D3C8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1837944" y="2441448"/>
            <a:ext cx="9500616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300" b="1" dirty="0">
                <a:solidFill>
                  <a:srgbClr val="2E4A4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k ＞ 0 同 k ＜ 0 有咩唔同</a:t>
            </a:r>
            <a:endParaRPr lang="en-US" sz="2300" dirty="0"/>
          </a:p>
        </p:txBody>
      </p:sp>
      <p:sp>
        <p:nvSpPr>
          <p:cNvPr id="14" name="Shape 12"/>
          <p:cNvSpPr/>
          <p:nvPr/>
        </p:nvSpPr>
        <p:spPr>
          <a:xfrm>
            <a:off x="548640" y="3374136"/>
            <a:ext cx="786384" cy="786384"/>
          </a:xfrm>
          <a:prstGeom prst="ellipse">
            <a:avLst/>
          </a:prstGeom>
          <a:solidFill>
            <a:srgbClr val="5E8574"/>
          </a:solidFill>
          <a:ln/>
        </p:spPr>
      </p:sp>
      <p:sp>
        <p:nvSpPr>
          <p:cNvPr id="15" name="Text 13"/>
          <p:cNvSpPr/>
          <p:nvPr/>
        </p:nvSpPr>
        <p:spPr>
          <a:xfrm>
            <a:off x="548640" y="3374136"/>
            <a:ext cx="786384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3</a:t>
            </a:r>
            <a:endParaRPr lang="en-US" sz="3000" dirty="0"/>
          </a:p>
        </p:txBody>
      </p:sp>
      <p:sp>
        <p:nvSpPr>
          <p:cNvPr id="16" name="Shape 14"/>
          <p:cNvSpPr/>
          <p:nvPr/>
        </p:nvSpPr>
        <p:spPr>
          <a:xfrm>
            <a:off x="1563624" y="3374136"/>
            <a:ext cx="10049256" cy="786384"/>
          </a:xfrm>
          <a:prstGeom prst="roundRect">
            <a:avLst>
              <a:gd name="adj" fmla="val 9302"/>
            </a:avLst>
          </a:prstGeom>
          <a:solidFill>
            <a:srgbClr val="DCE6DF"/>
          </a:solidFill>
          <a:ln w="12700">
            <a:solidFill>
              <a:srgbClr val="C4D3C8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1837944" y="3374136"/>
            <a:ext cx="9500616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300" b="1" dirty="0">
                <a:solidFill>
                  <a:srgbClr val="2E4A4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陷阱：跨支比較唔算數</a:t>
            </a:r>
            <a:endParaRPr lang="en-US" sz="2300" dirty="0"/>
          </a:p>
        </p:txBody>
      </p:sp>
      <p:sp>
        <p:nvSpPr>
          <p:cNvPr id="18" name="Shape 16"/>
          <p:cNvSpPr/>
          <p:nvPr/>
        </p:nvSpPr>
        <p:spPr>
          <a:xfrm>
            <a:off x="548640" y="4306824"/>
            <a:ext cx="786384" cy="786384"/>
          </a:xfrm>
          <a:prstGeom prst="ellipse">
            <a:avLst/>
          </a:prstGeom>
          <a:solidFill>
            <a:srgbClr val="5E8574"/>
          </a:solidFill>
          <a:ln/>
        </p:spPr>
      </p:sp>
      <p:sp>
        <p:nvSpPr>
          <p:cNvPr id="19" name="Text 17"/>
          <p:cNvSpPr/>
          <p:nvPr/>
        </p:nvSpPr>
        <p:spPr>
          <a:xfrm>
            <a:off x="548640" y="4306824"/>
            <a:ext cx="786384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4</a:t>
            </a:r>
            <a:endParaRPr lang="en-US" sz="3000" dirty="0"/>
          </a:p>
        </p:txBody>
      </p:sp>
      <p:sp>
        <p:nvSpPr>
          <p:cNvPr id="20" name="Shape 18"/>
          <p:cNvSpPr/>
          <p:nvPr/>
        </p:nvSpPr>
        <p:spPr>
          <a:xfrm>
            <a:off x="1563624" y="4306824"/>
            <a:ext cx="10049256" cy="786384"/>
          </a:xfrm>
          <a:prstGeom prst="roundRect">
            <a:avLst>
              <a:gd name="adj" fmla="val 9302"/>
            </a:avLst>
          </a:prstGeom>
          <a:solidFill>
            <a:srgbClr val="DCE6DF"/>
          </a:solidFill>
          <a:ln w="12700">
            <a:solidFill>
              <a:srgbClr val="C4D3C8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1837944" y="4306824"/>
            <a:ext cx="9500616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300" b="1" dirty="0">
                <a:solidFill>
                  <a:srgbClr val="2E4A4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揀一層，自己做做看</a:t>
            </a:r>
            <a:endParaRPr lang="en-US" sz="2300" dirty="0"/>
          </a:p>
        </p:txBody>
      </p:sp>
      <p:sp>
        <p:nvSpPr>
          <p:cNvPr id="22" name="Text 20"/>
          <p:cNvSpPr/>
          <p:nvPr/>
        </p:nvSpPr>
        <p:spPr>
          <a:xfrm>
            <a:off x="548640" y="5943600"/>
            <a:ext cx="11064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000" dirty="0">
                <a:solidFill>
                  <a:srgbClr val="4E5C55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今日最重要係學識講齊「每一支上」四個字。</a:t>
            </a:r>
            <a:endParaRPr lang="en-US" sz="2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1F4F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6437376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6B7A72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初三數學 · L3　增減性與中心對稱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11247120" y="6437376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6B7A72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3</a:t>
            </a:r>
            <a:endParaRPr lang="en-US" sz="1100" dirty="0"/>
          </a:p>
        </p:txBody>
      </p:sp>
      <p:sp>
        <p:nvSpPr>
          <p:cNvPr id="4" name="Shape 2"/>
          <p:cNvSpPr/>
          <p:nvPr/>
        </p:nvSpPr>
        <p:spPr>
          <a:xfrm>
            <a:off x="548640" y="475488"/>
            <a:ext cx="274320" cy="274320"/>
          </a:xfrm>
          <a:prstGeom prst="ellipse">
            <a:avLst/>
          </a:prstGeom>
          <a:solidFill>
            <a:srgbClr val="5E8574"/>
          </a:solidFill>
          <a:ln/>
        </p:spPr>
      </p:sp>
      <p:sp>
        <p:nvSpPr>
          <p:cNvPr id="5" name="Text 3"/>
          <p:cNvSpPr/>
          <p:nvPr/>
        </p:nvSpPr>
        <p:spPr>
          <a:xfrm>
            <a:off x="932688" y="347472"/>
            <a:ext cx="106984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2E4A4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沿住一支行落去</a:t>
            </a:r>
            <a:endParaRPr lang="en-US" sz="3200" dirty="0"/>
          </a:p>
        </p:txBody>
      </p:sp>
      <p:sp>
        <p:nvSpPr>
          <p:cNvPr id="6" name="Shape 4"/>
          <p:cNvSpPr/>
          <p:nvPr/>
        </p:nvSpPr>
        <p:spPr>
          <a:xfrm>
            <a:off x="548640" y="1737360"/>
            <a:ext cx="11064240" cy="2194560"/>
          </a:xfrm>
          <a:prstGeom prst="roundRect">
            <a:avLst>
              <a:gd name="adj" fmla="val 4167"/>
            </a:avLst>
          </a:prstGeom>
          <a:solidFill>
            <a:srgbClr val="DCE6DF"/>
          </a:solidFill>
          <a:ln w="12700">
            <a:solidFill>
              <a:srgbClr val="C4D3C8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914400" y="1965960"/>
            <a:ext cx="103327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2E4A4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喺 y ＝ 12/x 第一象限嗰支上面行：</a:t>
            </a:r>
            <a:endParaRPr lang="en-US" sz="3000" dirty="0"/>
          </a:p>
        </p:txBody>
      </p:sp>
      <p:sp>
        <p:nvSpPr>
          <p:cNvPr id="8" name="Text 6"/>
          <p:cNvSpPr/>
          <p:nvPr/>
        </p:nvSpPr>
        <p:spPr>
          <a:xfrm>
            <a:off x="914400" y="2971800"/>
            <a:ext cx="103327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300" dirty="0">
                <a:solidFill>
                  <a:srgbClr val="202A26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x：　2　→　3　→　4　→　6</a:t>
            </a:r>
            <a:endParaRPr lang="en-US" sz="2300" dirty="0"/>
          </a:p>
          <a:p>
            <a:pPr algn="l" indent="0" marL="0">
              <a:buNone/>
            </a:pPr>
            <a:r>
              <a:rPr lang="en-US" sz="2300" dirty="0">
                <a:solidFill>
                  <a:srgbClr val="202A26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y：　6　→　4　→　3　→　2</a:t>
            </a:r>
            <a:endParaRPr lang="en-US" sz="2300" dirty="0"/>
          </a:p>
        </p:txBody>
      </p:sp>
      <p:sp>
        <p:nvSpPr>
          <p:cNvPr id="9" name="Text 7"/>
          <p:cNvSpPr/>
          <p:nvPr/>
        </p:nvSpPr>
        <p:spPr>
          <a:xfrm>
            <a:off x="548640" y="429768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2E4A4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x 越行越大，y 就越嚟越細。</a:t>
            </a:r>
            <a:endParaRPr lang="en-US" sz="2200" dirty="0"/>
          </a:p>
        </p:txBody>
      </p:sp>
      <p:sp>
        <p:nvSpPr>
          <p:cNvPr id="10" name="Shape 8"/>
          <p:cNvSpPr/>
          <p:nvPr/>
        </p:nvSpPr>
        <p:spPr>
          <a:xfrm>
            <a:off x="7040880" y="5870448"/>
            <a:ext cx="4572000" cy="457200"/>
          </a:xfrm>
          <a:prstGeom prst="roundRect">
            <a:avLst>
              <a:gd name="adj" fmla="val 20000"/>
            </a:avLst>
          </a:prstGeom>
          <a:solidFill>
            <a:srgbClr val="DCE6DF"/>
          </a:solidFill>
          <a:ln w="12700">
            <a:solidFill>
              <a:srgbClr val="C4D3C8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7040880" y="5870448"/>
            <a:ext cx="4572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2E4A4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▶ 轉換點：一齊講：x 再大落去，y 會點？</a:t>
            </a:r>
            <a:endParaRPr lang="en-US" sz="15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1F4F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6437376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6B7A72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初三數學 · L3　增減性與中心對稱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11247120" y="6437376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6B7A72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4</a:t>
            </a:r>
            <a:endParaRPr lang="en-US" sz="1100" dirty="0"/>
          </a:p>
        </p:txBody>
      </p:sp>
      <p:sp>
        <p:nvSpPr>
          <p:cNvPr id="4" name="Shape 2"/>
          <p:cNvSpPr/>
          <p:nvPr/>
        </p:nvSpPr>
        <p:spPr>
          <a:xfrm>
            <a:off x="548640" y="475488"/>
            <a:ext cx="274320" cy="274320"/>
          </a:xfrm>
          <a:prstGeom prst="ellipse">
            <a:avLst/>
          </a:prstGeom>
          <a:solidFill>
            <a:srgbClr val="5E8574"/>
          </a:solidFill>
          <a:ln/>
        </p:spPr>
      </p:sp>
      <p:sp>
        <p:nvSpPr>
          <p:cNvPr id="5" name="Text 3"/>
          <p:cNvSpPr/>
          <p:nvPr/>
        </p:nvSpPr>
        <p:spPr>
          <a:xfrm>
            <a:off x="932688" y="347472"/>
            <a:ext cx="106984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2E4A4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k ＞ 0：每一支都向下行</a:t>
            </a:r>
            <a:endParaRPr lang="en-US" sz="3200" dirty="0"/>
          </a:p>
        </p:txBody>
      </p:sp>
      <p:sp>
        <p:nvSpPr>
          <p:cNvPr id="6" name="Shape 4"/>
          <p:cNvSpPr/>
          <p:nvPr/>
        </p:nvSpPr>
        <p:spPr>
          <a:xfrm>
            <a:off x="548640" y="1463040"/>
            <a:ext cx="6400800" cy="4114800"/>
          </a:xfrm>
          <a:prstGeom prst="roundRect">
            <a:avLst>
              <a:gd name="adj" fmla="val 2222"/>
            </a:avLst>
          </a:prstGeom>
          <a:solidFill>
            <a:srgbClr val="FFFFFF"/>
          </a:solidFill>
          <a:ln w="12700">
            <a:solidFill>
              <a:srgbClr val="C4D3C8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2171700" y="3268980"/>
            <a:ext cx="3154680" cy="0"/>
          </a:xfrm>
          <a:prstGeom prst="line">
            <a:avLst/>
          </a:prstGeom>
          <a:noFill/>
          <a:ln w="19050">
            <a:solidFill>
              <a:srgbClr val="202A26"/>
            </a:solidFill>
            <a:prstDash val="solid"/>
            <a:tailEnd type="triangle"/>
          </a:ln>
        </p:spPr>
      </p:sp>
      <p:sp>
        <p:nvSpPr>
          <p:cNvPr id="8" name="Shape 6"/>
          <p:cNvSpPr/>
          <p:nvPr/>
        </p:nvSpPr>
        <p:spPr>
          <a:xfrm flipV="1">
            <a:off x="3749040" y="1691640"/>
            <a:ext cx="0" cy="3154680"/>
          </a:xfrm>
          <a:prstGeom prst="line">
            <a:avLst/>
          </a:prstGeom>
          <a:noFill/>
          <a:ln w="19050">
            <a:solidFill>
              <a:srgbClr val="202A26"/>
            </a:solidFill>
            <a:prstDash val="solid"/>
            <a:tailEnd type="triangle"/>
          </a:ln>
        </p:spPr>
      </p:sp>
      <p:sp>
        <p:nvSpPr>
          <p:cNvPr id="9" name="Text 7"/>
          <p:cNvSpPr/>
          <p:nvPr/>
        </p:nvSpPr>
        <p:spPr>
          <a:xfrm>
            <a:off x="5052060" y="3323844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202A26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x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3840480" y="1655064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dirty="0">
                <a:solidFill>
                  <a:srgbClr val="202A26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y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3419856" y="3305556"/>
            <a:ext cx="2743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4E5C55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O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 flipV="1">
            <a:off x="2397034" y="3241940"/>
            <a:ext cx="0" cy="54080"/>
          </a:xfrm>
          <a:prstGeom prst="line">
            <a:avLst/>
          </a:prstGeom>
          <a:noFill/>
          <a:ln w="15240">
            <a:solidFill>
              <a:srgbClr val="202A26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2168434" y="3342132"/>
            <a:ext cx="4572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4E5C55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−6</a:t>
            </a:r>
            <a:endParaRPr lang="en-US" sz="1300" dirty="0"/>
          </a:p>
        </p:txBody>
      </p:sp>
      <p:sp>
        <p:nvSpPr>
          <p:cNvPr id="14" name="Shape 12"/>
          <p:cNvSpPr/>
          <p:nvPr/>
        </p:nvSpPr>
        <p:spPr>
          <a:xfrm flipV="1">
            <a:off x="2847703" y="3241940"/>
            <a:ext cx="0" cy="54080"/>
          </a:xfrm>
          <a:prstGeom prst="line">
            <a:avLst/>
          </a:prstGeom>
          <a:noFill/>
          <a:ln w="15240">
            <a:solidFill>
              <a:srgbClr val="202A26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2619103" y="3342132"/>
            <a:ext cx="4572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4E5C55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−4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 flipV="1">
            <a:off x="3298371" y="3241940"/>
            <a:ext cx="0" cy="54080"/>
          </a:xfrm>
          <a:prstGeom prst="line">
            <a:avLst/>
          </a:prstGeom>
          <a:noFill/>
          <a:ln w="15240">
            <a:solidFill>
              <a:srgbClr val="202A26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3069771" y="3342132"/>
            <a:ext cx="4572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4E5C55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−2</a:t>
            </a:r>
            <a:endParaRPr lang="en-US" sz="1300" dirty="0"/>
          </a:p>
        </p:txBody>
      </p:sp>
      <p:sp>
        <p:nvSpPr>
          <p:cNvPr id="18" name="Shape 16"/>
          <p:cNvSpPr/>
          <p:nvPr/>
        </p:nvSpPr>
        <p:spPr>
          <a:xfrm flipV="1">
            <a:off x="4199709" y="3241940"/>
            <a:ext cx="0" cy="54080"/>
          </a:xfrm>
          <a:prstGeom prst="line">
            <a:avLst/>
          </a:prstGeom>
          <a:noFill/>
          <a:ln w="15240">
            <a:solidFill>
              <a:srgbClr val="202A26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3971109" y="3342132"/>
            <a:ext cx="4572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4E5C55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2</a:t>
            </a:r>
            <a:endParaRPr lang="en-US" sz="1300" dirty="0"/>
          </a:p>
        </p:txBody>
      </p:sp>
      <p:sp>
        <p:nvSpPr>
          <p:cNvPr id="20" name="Shape 18"/>
          <p:cNvSpPr/>
          <p:nvPr/>
        </p:nvSpPr>
        <p:spPr>
          <a:xfrm flipV="1">
            <a:off x="4650377" y="3241940"/>
            <a:ext cx="0" cy="54080"/>
          </a:xfrm>
          <a:prstGeom prst="line">
            <a:avLst/>
          </a:prstGeom>
          <a:noFill/>
          <a:ln w="15240">
            <a:solidFill>
              <a:srgbClr val="202A26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4421777" y="3342132"/>
            <a:ext cx="4572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4E5C55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4</a:t>
            </a:r>
            <a:endParaRPr lang="en-US" sz="1300" dirty="0"/>
          </a:p>
        </p:txBody>
      </p:sp>
      <p:sp>
        <p:nvSpPr>
          <p:cNvPr id="22" name="Shape 20"/>
          <p:cNvSpPr/>
          <p:nvPr/>
        </p:nvSpPr>
        <p:spPr>
          <a:xfrm flipV="1">
            <a:off x="5101046" y="3241940"/>
            <a:ext cx="0" cy="54080"/>
          </a:xfrm>
          <a:prstGeom prst="line">
            <a:avLst/>
          </a:prstGeom>
          <a:noFill/>
          <a:ln w="15240">
            <a:solidFill>
              <a:srgbClr val="202A26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4872446" y="3342132"/>
            <a:ext cx="4572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4E5C55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6</a:t>
            </a:r>
            <a:endParaRPr lang="en-US" sz="1300" dirty="0"/>
          </a:p>
        </p:txBody>
      </p:sp>
      <p:sp>
        <p:nvSpPr>
          <p:cNvPr id="24" name="Shape 22"/>
          <p:cNvSpPr/>
          <p:nvPr/>
        </p:nvSpPr>
        <p:spPr>
          <a:xfrm>
            <a:off x="3722000" y="4620986"/>
            <a:ext cx="54080" cy="0"/>
          </a:xfrm>
          <a:prstGeom prst="line">
            <a:avLst/>
          </a:prstGeom>
          <a:noFill/>
          <a:ln w="15240">
            <a:solidFill>
              <a:srgbClr val="202A26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3246120" y="4502114"/>
            <a:ext cx="38404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dirty="0">
                <a:solidFill>
                  <a:srgbClr val="4E5C55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−6</a:t>
            </a:r>
            <a:endParaRPr lang="en-US" sz="1300" dirty="0"/>
          </a:p>
        </p:txBody>
      </p:sp>
      <p:sp>
        <p:nvSpPr>
          <p:cNvPr id="26" name="Shape 24"/>
          <p:cNvSpPr/>
          <p:nvPr/>
        </p:nvSpPr>
        <p:spPr>
          <a:xfrm>
            <a:off x="3722000" y="4170317"/>
            <a:ext cx="54080" cy="0"/>
          </a:xfrm>
          <a:prstGeom prst="line">
            <a:avLst/>
          </a:prstGeom>
          <a:noFill/>
          <a:ln w="15240">
            <a:solidFill>
              <a:srgbClr val="202A26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3246120" y="4051445"/>
            <a:ext cx="38404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dirty="0">
                <a:solidFill>
                  <a:srgbClr val="4E5C55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−4</a:t>
            </a:r>
            <a:endParaRPr lang="en-US" sz="1300" dirty="0"/>
          </a:p>
        </p:txBody>
      </p:sp>
      <p:sp>
        <p:nvSpPr>
          <p:cNvPr id="28" name="Shape 26"/>
          <p:cNvSpPr/>
          <p:nvPr/>
        </p:nvSpPr>
        <p:spPr>
          <a:xfrm>
            <a:off x="3722000" y="3719649"/>
            <a:ext cx="54080" cy="0"/>
          </a:xfrm>
          <a:prstGeom prst="line">
            <a:avLst/>
          </a:prstGeom>
          <a:noFill/>
          <a:ln w="15240">
            <a:solidFill>
              <a:srgbClr val="202A26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3246120" y="3600777"/>
            <a:ext cx="38404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dirty="0">
                <a:solidFill>
                  <a:srgbClr val="4E5C55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−2</a:t>
            </a:r>
            <a:endParaRPr lang="en-US" sz="1300" dirty="0"/>
          </a:p>
        </p:txBody>
      </p:sp>
      <p:sp>
        <p:nvSpPr>
          <p:cNvPr id="30" name="Shape 28"/>
          <p:cNvSpPr/>
          <p:nvPr/>
        </p:nvSpPr>
        <p:spPr>
          <a:xfrm>
            <a:off x="3722000" y="2818311"/>
            <a:ext cx="54080" cy="0"/>
          </a:xfrm>
          <a:prstGeom prst="line">
            <a:avLst/>
          </a:prstGeom>
          <a:noFill/>
          <a:ln w="15240">
            <a:solidFill>
              <a:srgbClr val="202A26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3246120" y="2699439"/>
            <a:ext cx="38404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dirty="0">
                <a:solidFill>
                  <a:srgbClr val="4E5C55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2</a:t>
            </a:r>
            <a:endParaRPr lang="en-US" sz="1300" dirty="0"/>
          </a:p>
        </p:txBody>
      </p:sp>
      <p:sp>
        <p:nvSpPr>
          <p:cNvPr id="32" name="Shape 30"/>
          <p:cNvSpPr/>
          <p:nvPr/>
        </p:nvSpPr>
        <p:spPr>
          <a:xfrm>
            <a:off x="3722000" y="2367643"/>
            <a:ext cx="54080" cy="0"/>
          </a:xfrm>
          <a:prstGeom prst="line">
            <a:avLst/>
          </a:prstGeom>
          <a:noFill/>
          <a:ln w="15240">
            <a:solidFill>
              <a:srgbClr val="202A26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3246120" y="2248771"/>
            <a:ext cx="38404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dirty="0">
                <a:solidFill>
                  <a:srgbClr val="4E5C55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4</a:t>
            </a:r>
            <a:endParaRPr lang="en-US" sz="1300" dirty="0"/>
          </a:p>
        </p:txBody>
      </p:sp>
      <p:sp>
        <p:nvSpPr>
          <p:cNvPr id="34" name="Shape 32"/>
          <p:cNvSpPr/>
          <p:nvPr/>
        </p:nvSpPr>
        <p:spPr>
          <a:xfrm>
            <a:off x="3722000" y="1916974"/>
            <a:ext cx="54080" cy="0"/>
          </a:xfrm>
          <a:prstGeom prst="line">
            <a:avLst/>
          </a:prstGeom>
          <a:noFill/>
          <a:ln w="15240">
            <a:solidFill>
              <a:srgbClr val="202A26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3246120" y="1798102"/>
            <a:ext cx="38404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dirty="0">
                <a:solidFill>
                  <a:srgbClr val="4E5C55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6</a:t>
            </a:r>
            <a:endParaRPr lang="en-US" sz="1300" dirty="0"/>
          </a:p>
        </p:txBody>
      </p:sp>
      <p:sp>
        <p:nvSpPr>
          <p:cNvPr id="36" name="Shape 34"/>
          <p:cNvSpPr/>
          <p:nvPr/>
        </p:nvSpPr>
        <p:spPr>
          <a:xfrm>
            <a:off x="4135327" y="1691640"/>
            <a:ext cx="29776" cy="112885"/>
          </a:xfrm>
          <a:prstGeom prst="line">
            <a:avLst/>
          </a:prstGeom>
          <a:noFill/>
          <a:ln w="33020">
            <a:solidFill>
              <a:srgbClr val="5E8574"/>
            </a:solidFill>
            <a:prstDash val="solid"/>
          </a:ln>
        </p:spPr>
      </p:sp>
      <p:sp>
        <p:nvSpPr>
          <p:cNvPr id="37" name="Shape 35"/>
          <p:cNvSpPr/>
          <p:nvPr/>
        </p:nvSpPr>
        <p:spPr>
          <a:xfrm>
            <a:off x="4165104" y="1804525"/>
            <a:ext cx="29776" cy="97807"/>
          </a:xfrm>
          <a:prstGeom prst="line">
            <a:avLst/>
          </a:prstGeom>
          <a:noFill/>
          <a:ln w="33020">
            <a:solidFill>
              <a:srgbClr val="5E8574"/>
            </a:solidFill>
            <a:prstDash val="solid"/>
          </a:ln>
        </p:spPr>
      </p:sp>
      <p:sp>
        <p:nvSpPr>
          <p:cNvPr id="38" name="Shape 36"/>
          <p:cNvSpPr/>
          <p:nvPr/>
        </p:nvSpPr>
        <p:spPr>
          <a:xfrm>
            <a:off x="4194880" y="1902332"/>
            <a:ext cx="29776" cy="85560"/>
          </a:xfrm>
          <a:prstGeom prst="line">
            <a:avLst/>
          </a:prstGeom>
          <a:noFill/>
          <a:ln w="33020">
            <a:solidFill>
              <a:srgbClr val="5E8574"/>
            </a:solidFill>
            <a:prstDash val="solid"/>
          </a:ln>
        </p:spPr>
      </p:sp>
      <p:sp>
        <p:nvSpPr>
          <p:cNvPr id="39" name="Shape 37"/>
          <p:cNvSpPr/>
          <p:nvPr/>
        </p:nvSpPr>
        <p:spPr>
          <a:xfrm>
            <a:off x="4224656" y="1987892"/>
            <a:ext cx="29776" cy="75478"/>
          </a:xfrm>
          <a:prstGeom prst="line">
            <a:avLst/>
          </a:prstGeom>
          <a:noFill/>
          <a:ln w="33020">
            <a:solidFill>
              <a:srgbClr val="5E8574"/>
            </a:solidFill>
            <a:prstDash val="solid"/>
          </a:ln>
        </p:spPr>
      </p:sp>
      <p:sp>
        <p:nvSpPr>
          <p:cNvPr id="40" name="Shape 38"/>
          <p:cNvSpPr/>
          <p:nvPr/>
        </p:nvSpPr>
        <p:spPr>
          <a:xfrm>
            <a:off x="4254433" y="2063370"/>
            <a:ext cx="29776" cy="67079"/>
          </a:xfrm>
          <a:prstGeom prst="line">
            <a:avLst/>
          </a:prstGeom>
          <a:noFill/>
          <a:ln w="33020">
            <a:solidFill>
              <a:srgbClr val="5E8574"/>
            </a:solidFill>
            <a:prstDash val="solid"/>
          </a:ln>
        </p:spPr>
      </p:sp>
      <p:sp>
        <p:nvSpPr>
          <p:cNvPr id="41" name="Shape 39"/>
          <p:cNvSpPr/>
          <p:nvPr/>
        </p:nvSpPr>
        <p:spPr>
          <a:xfrm>
            <a:off x="4284209" y="2130449"/>
            <a:ext cx="29776" cy="60008"/>
          </a:xfrm>
          <a:prstGeom prst="line">
            <a:avLst/>
          </a:prstGeom>
          <a:noFill/>
          <a:ln w="33020">
            <a:solidFill>
              <a:srgbClr val="5E8574"/>
            </a:solidFill>
            <a:prstDash val="solid"/>
          </a:ln>
        </p:spPr>
      </p:sp>
      <p:sp>
        <p:nvSpPr>
          <p:cNvPr id="42" name="Shape 40"/>
          <p:cNvSpPr/>
          <p:nvPr/>
        </p:nvSpPr>
        <p:spPr>
          <a:xfrm>
            <a:off x="4313985" y="2190457"/>
            <a:ext cx="29776" cy="53999"/>
          </a:xfrm>
          <a:prstGeom prst="line">
            <a:avLst/>
          </a:prstGeom>
          <a:noFill/>
          <a:ln w="33020">
            <a:solidFill>
              <a:srgbClr val="5E8574"/>
            </a:solidFill>
            <a:prstDash val="solid"/>
          </a:ln>
        </p:spPr>
      </p:sp>
      <p:sp>
        <p:nvSpPr>
          <p:cNvPr id="43" name="Shape 41"/>
          <p:cNvSpPr/>
          <p:nvPr/>
        </p:nvSpPr>
        <p:spPr>
          <a:xfrm>
            <a:off x="4343762" y="2244456"/>
            <a:ext cx="29776" cy="48850"/>
          </a:xfrm>
          <a:prstGeom prst="line">
            <a:avLst/>
          </a:prstGeom>
          <a:noFill/>
          <a:ln w="33020">
            <a:solidFill>
              <a:srgbClr val="5E8574"/>
            </a:solidFill>
            <a:prstDash val="solid"/>
          </a:ln>
        </p:spPr>
      </p:sp>
      <p:sp>
        <p:nvSpPr>
          <p:cNvPr id="44" name="Shape 42"/>
          <p:cNvSpPr/>
          <p:nvPr/>
        </p:nvSpPr>
        <p:spPr>
          <a:xfrm>
            <a:off x="4373538" y="2293306"/>
            <a:ext cx="29776" cy="44403"/>
          </a:xfrm>
          <a:prstGeom prst="line">
            <a:avLst/>
          </a:prstGeom>
          <a:noFill/>
          <a:ln w="33020">
            <a:solidFill>
              <a:srgbClr val="5E8574"/>
            </a:solidFill>
            <a:prstDash val="solid"/>
          </a:ln>
        </p:spPr>
      </p:sp>
      <p:sp>
        <p:nvSpPr>
          <p:cNvPr id="45" name="Shape 43"/>
          <p:cNvSpPr/>
          <p:nvPr/>
        </p:nvSpPr>
        <p:spPr>
          <a:xfrm>
            <a:off x="4403314" y="2337709"/>
            <a:ext cx="29776" cy="40538"/>
          </a:xfrm>
          <a:prstGeom prst="line">
            <a:avLst/>
          </a:prstGeom>
          <a:noFill/>
          <a:ln w="33020">
            <a:solidFill>
              <a:srgbClr val="5E8574"/>
            </a:solidFill>
            <a:prstDash val="solid"/>
          </a:ln>
        </p:spPr>
      </p:sp>
      <p:sp>
        <p:nvSpPr>
          <p:cNvPr id="46" name="Shape 44"/>
          <p:cNvSpPr/>
          <p:nvPr/>
        </p:nvSpPr>
        <p:spPr>
          <a:xfrm>
            <a:off x="4433091" y="2378247"/>
            <a:ext cx="29776" cy="37156"/>
          </a:xfrm>
          <a:prstGeom prst="line">
            <a:avLst/>
          </a:prstGeom>
          <a:noFill/>
          <a:ln w="33020">
            <a:solidFill>
              <a:srgbClr val="5E8574"/>
            </a:solidFill>
            <a:prstDash val="solid"/>
          </a:ln>
        </p:spPr>
      </p:sp>
      <p:sp>
        <p:nvSpPr>
          <p:cNvPr id="47" name="Shape 45"/>
          <p:cNvSpPr/>
          <p:nvPr/>
        </p:nvSpPr>
        <p:spPr>
          <a:xfrm>
            <a:off x="4462867" y="2415403"/>
            <a:ext cx="29776" cy="34180"/>
          </a:xfrm>
          <a:prstGeom prst="line">
            <a:avLst/>
          </a:prstGeom>
          <a:noFill/>
          <a:ln w="33020">
            <a:solidFill>
              <a:srgbClr val="5E8574"/>
            </a:solidFill>
            <a:prstDash val="solid"/>
          </a:ln>
        </p:spPr>
      </p:sp>
      <p:sp>
        <p:nvSpPr>
          <p:cNvPr id="48" name="Shape 46"/>
          <p:cNvSpPr/>
          <p:nvPr/>
        </p:nvSpPr>
        <p:spPr>
          <a:xfrm>
            <a:off x="4492643" y="2449583"/>
            <a:ext cx="29776" cy="31548"/>
          </a:xfrm>
          <a:prstGeom prst="line">
            <a:avLst/>
          </a:prstGeom>
          <a:noFill/>
          <a:ln w="33020">
            <a:solidFill>
              <a:srgbClr val="5E8574"/>
            </a:solidFill>
            <a:prstDash val="solid"/>
          </a:ln>
        </p:spPr>
      </p:sp>
      <p:sp>
        <p:nvSpPr>
          <p:cNvPr id="49" name="Shape 47"/>
          <p:cNvSpPr/>
          <p:nvPr/>
        </p:nvSpPr>
        <p:spPr>
          <a:xfrm>
            <a:off x="4522419" y="2481131"/>
            <a:ext cx="29776" cy="29209"/>
          </a:xfrm>
          <a:prstGeom prst="line">
            <a:avLst/>
          </a:prstGeom>
          <a:noFill/>
          <a:ln w="33020">
            <a:solidFill>
              <a:srgbClr val="5E8574"/>
            </a:solidFill>
            <a:prstDash val="solid"/>
          </a:ln>
        </p:spPr>
      </p:sp>
      <p:sp>
        <p:nvSpPr>
          <p:cNvPr id="50" name="Shape 48"/>
          <p:cNvSpPr/>
          <p:nvPr/>
        </p:nvSpPr>
        <p:spPr>
          <a:xfrm>
            <a:off x="4552196" y="2510340"/>
            <a:ext cx="29776" cy="27120"/>
          </a:xfrm>
          <a:prstGeom prst="line">
            <a:avLst/>
          </a:prstGeom>
          <a:noFill/>
          <a:ln w="33020">
            <a:solidFill>
              <a:srgbClr val="5E8574"/>
            </a:solidFill>
            <a:prstDash val="solid"/>
          </a:ln>
        </p:spPr>
      </p:sp>
      <p:sp>
        <p:nvSpPr>
          <p:cNvPr id="51" name="Shape 49"/>
          <p:cNvSpPr/>
          <p:nvPr/>
        </p:nvSpPr>
        <p:spPr>
          <a:xfrm>
            <a:off x="4581972" y="2537460"/>
            <a:ext cx="29776" cy="25248"/>
          </a:xfrm>
          <a:prstGeom prst="line">
            <a:avLst/>
          </a:prstGeom>
          <a:noFill/>
          <a:ln w="33020">
            <a:solidFill>
              <a:srgbClr val="5E8574"/>
            </a:solidFill>
            <a:prstDash val="solid"/>
          </a:ln>
        </p:spPr>
      </p:sp>
      <p:sp>
        <p:nvSpPr>
          <p:cNvPr id="52" name="Shape 50"/>
          <p:cNvSpPr/>
          <p:nvPr/>
        </p:nvSpPr>
        <p:spPr>
          <a:xfrm>
            <a:off x="4611748" y="2562708"/>
            <a:ext cx="29776" cy="23564"/>
          </a:xfrm>
          <a:prstGeom prst="line">
            <a:avLst/>
          </a:prstGeom>
          <a:noFill/>
          <a:ln w="33020">
            <a:solidFill>
              <a:srgbClr val="5E8574"/>
            </a:solidFill>
            <a:prstDash val="solid"/>
          </a:ln>
        </p:spPr>
      </p:sp>
      <p:sp>
        <p:nvSpPr>
          <p:cNvPr id="53" name="Shape 51"/>
          <p:cNvSpPr/>
          <p:nvPr/>
        </p:nvSpPr>
        <p:spPr>
          <a:xfrm>
            <a:off x="4641525" y="2586272"/>
            <a:ext cx="29776" cy="22042"/>
          </a:xfrm>
          <a:prstGeom prst="line">
            <a:avLst/>
          </a:prstGeom>
          <a:noFill/>
          <a:ln w="33020">
            <a:solidFill>
              <a:srgbClr val="5E8574"/>
            </a:solidFill>
            <a:prstDash val="solid"/>
          </a:ln>
        </p:spPr>
      </p:sp>
      <p:sp>
        <p:nvSpPr>
          <p:cNvPr id="54" name="Shape 52"/>
          <p:cNvSpPr/>
          <p:nvPr/>
        </p:nvSpPr>
        <p:spPr>
          <a:xfrm>
            <a:off x="4671301" y="2608314"/>
            <a:ext cx="29776" cy="20663"/>
          </a:xfrm>
          <a:prstGeom prst="line">
            <a:avLst/>
          </a:prstGeom>
          <a:noFill/>
          <a:ln w="33020">
            <a:solidFill>
              <a:srgbClr val="5E8574"/>
            </a:solidFill>
            <a:prstDash val="solid"/>
          </a:ln>
        </p:spPr>
      </p:sp>
      <p:sp>
        <p:nvSpPr>
          <p:cNvPr id="55" name="Shape 53"/>
          <p:cNvSpPr/>
          <p:nvPr/>
        </p:nvSpPr>
        <p:spPr>
          <a:xfrm>
            <a:off x="4701077" y="2628977"/>
            <a:ext cx="29776" cy="19410"/>
          </a:xfrm>
          <a:prstGeom prst="line">
            <a:avLst/>
          </a:prstGeom>
          <a:noFill/>
          <a:ln w="33020">
            <a:solidFill>
              <a:srgbClr val="5E8574"/>
            </a:solidFill>
            <a:prstDash val="solid"/>
          </a:ln>
        </p:spPr>
      </p:sp>
      <p:sp>
        <p:nvSpPr>
          <p:cNvPr id="56" name="Shape 54"/>
          <p:cNvSpPr/>
          <p:nvPr/>
        </p:nvSpPr>
        <p:spPr>
          <a:xfrm>
            <a:off x="4730854" y="2648387"/>
            <a:ext cx="29776" cy="18267"/>
          </a:xfrm>
          <a:prstGeom prst="line">
            <a:avLst/>
          </a:prstGeom>
          <a:noFill/>
          <a:ln w="33020">
            <a:solidFill>
              <a:srgbClr val="5E8574"/>
            </a:solidFill>
            <a:prstDash val="solid"/>
          </a:ln>
        </p:spPr>
      </p:sp>
      <p:sp>
        <p:nvSpPr>
          <p:cNvPr id="57" name="Shape 55"/>
          <p:cNvSpPr/>
          <p:nvPr/>
        </p:nvSpPr>
        <p:spPr>
          <a:xfrm>
            <a:off x="4760630" y="2666654"/>
            <a:ext cx="29776" cy="17223"/>
          </a:xfrm>
          <a:prstGeom prst="line">
            <a:avLst/>
          </a:prstGeom>
          <a:noFill/>
          <a:ln w="33020">
            <a:solidFill>
              <a:srgbClr val="5E8574"/>
            </a:solidFill>
            <a:prstDash val="solid"/>
          </a:ln>
        </p:spPr>
      </p:sp>
      <p:sp>
        <p:nvSpPr>
          <p:cNvPr id="58" name="Shape 56"/>
          <p:cNvSpPr/>
          <p:nvPr/>
        </p:nvSpPr>
        <p:spPr>
          <a:xfrm>
            <a:off x="4790406" y="2683877"/>
            <a:ext cx="29776" cy="16265"/>
          </a:xfrm>
          <a:prstGeom prst="line">
            <a:avLst/>
          </a:prstGeom>
          <a:noFill/>
          <a:ln w="33020">
            <a:solidFill>
              <a:srgbClr val="5E8574"/>
            </a:solidFill>
            <a:prstDash val="solid"/>
          </a:ln>
        </p:spPr>
      </p:sp>
      <p:sp>
        <p:nvSpPr>
          <p:cNvPr id="59" name="Shape 57"/>
          <p:cNvSpPr/>
          <p:nvPr/>
        </p:nvSpPr>
        <p:spPr>
          <a:xfrm>
            <a:off x="4820183" y="2700142"/>
            <a:ext cx="29776" cy="15385"/>
          </a:xfrm>
          <a:prstGeom prst="line">
            <a:avLst/>
          </a:prstGeom>
          <a:noFill/>
          <a:ln w="33020">
            <a:solidFill>
              <a:srgbClr val="5E8574"/>
            </a:solidFill>
            <a:prstDash val="solid"/>
          </a:ln>
        </p:spPr>
      </p:sp>
      <p:sp>
        <p:nvSpPr>
          <p:cNvPr id="60" name="Shape 58"/>
          <p:cNvSpPr/>
          <p:nvPr/>
        </p:nvSpPr>
        <p:spPr>
          <a:xfrm>
            <a:off x="4849959" y="2715527"/>
            <a:ext cx="29776" cy="14575"/>
          </a:xfrm>
          <a:prstGeom prst="line">
            <a:avLst/>
          </a:prstGeom>
          <a:noFill/>
          <a:ln w="33020">
            <a:solidFill>
              <a:srgbClr val="5E8574"/>
            </a:solidFill>
            <a:prstDash val="solid"/>
          </a:ln>
        </p:spPr>
      </p:sp>
      <p:sp>
        <p:nvSpPr>
          <p:cNvPr id="61" name="Shape 59"/>
          <p:cNvSpPr/>
          <p:nvPr/>
        </p:nvSpPr>
        <p:spPr>
          <a:xfrm>
            <a:off x="4879735" y="2730102"/>
            <a:ext cx="29776" cy="13827"/>
          </a:xfrm>
          <a:prstGeom prst="line">
            <a:avLst/>
          </a:prstGeom>
          <a:noFill/>
          <a:ln w="33020">
            <a:solidFill>
              <a:srgbClr val="5E8574"/>
            </a:solidFill>
            <a:prstDash val="solid"/>
          </a:ln>
        </p:spPr>
      </p:sp>
      <p:sp>
        <p:nvSpPr>
          <p:cNvPr id="62" name="Shape 60"/>
          <p:cNvSpPr/>
          <p:nvPr/>
        </p:nvSpPr>
        <p:spPr>
          <a:xfrm>
            <a:off x="4909512" y="2743929"/>
            <a:ext cx="29776" cy="13135"/>
          </a:xfrm>
          <a:prstGeom prst="line">
            <a:avLst/>
          </a:prstGeom>
          <a:noFill/>
          <a:ln w="33020">
            <a:solidFill>
              <a:srgbClr val="5E8574"/>
            </a:solidFill>
            <a:prstDash val="solid"/>
          </a:ln>
        </p:spPr>
      </p:sp>
      <p:sp>
        <p:nvSpPr>
          <p:cNvPr id="63" name="Shape 61"/>
          <p:cNvSpPr/>
          <p:nvPr/>
        </p:nvSpPr>
        <p:spPr>
          <a:xfrm>
            <a:off x="4939288" y="2757064"/>
            <a:ext cx="29776" cy="12494"/>
          </a:xfrm>
          <a:prstGeom prst="line">
            <a:avLst/>
          </a:prstGeom>
          <a:noFill/>
          <a:ln w="33020">
            <a:solidFill>
              <a:srgbClr val="5E8574"/>
            </a:solidFill>
            <a:prstDash val="solid"/>
          </a:ln>
        </p:spPr>
      </p:sp>
      <p:sp>
        <p:nvSpPr>
          <p:cNvPr id="64" name="Shape 62"/>
          <p:cNvSpPr/>
          <p:nvPr/>
        </p:nvSpPr>
        <p:spPr>
          <a:xfrm>
            <a:off x="4969064" y="2769558"/>
            <a:ext cx="29776" cy="11899"/>
          </a:xfrm>
          <a:prstGeom prst="line">
            <a:avLst/>
          </a:prstGeom>
          <a:noFill/>
          <a:ln w="33020">
            <a:solidFill>
              <a:srgbClr val="5E8574"/>
            </a:solidFill>
            <a:prstDash val="solid"/>
          </a:ln>
        </p:spPr>
      </p:sp>
      <p:sp>
        <p:nvSpPr>
          <p:cNvPr id="65" name="Shape 63"/>
          <p:cNvSpPr/>
          <p:nvPr/>
        </p:nvSpPr>
        <p:spPr>
          <a:xfrm>
            <a:off x="4998841" y="2781457"/>
            <a:ext cx="29776" cy="11345"/>
          </a:xfrm>
          <a:prstGeom prst="line">
            <a:avLst/>
          </a:prstGeom>
          <a:noFill/>
          <a:ln w="33020">
            <a:solidFill>
              <a:srgbClr val="5E8574"/>
            </a:solidFill>
            <a:prstDash val="solid"/>
          </a:ln>
        </p:spPr>
      </p:sp>
      <p:sp>
        <p:nvSpPr>
          <p:cNvPr id="66" name="Shape 64"/>
          <p:cNvSpPr/>
          <p:nvPr/>
        </p:nvSpPr>
        <p:spPr>
          <a:xfrm>
            <a:off x="5028617" y="2792802"/>
            <a:ext cx="29776" cy="10829"/>
          </a:xfrm>
          <a:prstGeom prst="line">
            <a:avLst/>
          </a:prstGeom>
          <a:noFill/>
          <a:ln w="33020">
            <a:solidFill>
              <a:srgbClr val="5E8574"/>
            </a:solidFill>
            <a:prstDash val="solid"/>
          </a:ln>
        </p:spPr>
      </p:sp>
      <p:sp>
        <p:nvSpPr>
          <p:cNvPr id="67" name="Shape 65"/>
          <p:cNvSpPr/>
          <p:nvPr/>
        </p:nvSpPr>
        <p:spPr>
          <a:xfrm>
            <a:off x="5058393" y="2803631"/>
            <a:ext cx="29776" cy="10347"/>
          </a:xfrm>
          <a:prstGeom prst="line">
            <a:avLst/>
          </a:prstGeom>
          <a:noFill/>
          <a:ln w="33020">
            <a:solidFill>
              <a:srgbClr val="5E8574"/>
            </a:solidFill>
            <a:prstDash val="solid"/>
          </a:ln>
        </p:spPr>
      </p:sp>
      <p:sp>
        <p:nvSpPr>
          <p:cNvPr id="68" name="Shape 66"/>
          <p:cNvSpPr/>
          <p:nvPr/>
        </p:nvSpPr>
        <p:spPr>
          <a:xfrm>
            <a:off x="5088169" y="2813978"/>
            <a:ext cx="29776" cy="9897"/>
          </a:xfrm>
          <a:prstGeom prst="line">
            <a:avLst/>
          </a:prstGeom>
          <a:noFill/>
          <a:ln w="33020">
            <a:solidFill>
              <a:srgbClr val="5E8574"/>
            </a:solidFill>
            <a:prstDash val="solid"/>
          </a:ln>
        </p:spPr>
      </p:sp>
      <p:sp>
        <p:nvSpPr>
          <p:cNvPr id="69" name="Shape 67"/>
          <p:cNvSpPr/>
          <p:nvPr/>
        </p:nvSpPr>
        <p:spPr>
          <a:xfrm>
            <a:off x="5117946" y="2823875"/>
            <a:ext cx="29776" cy="9476"/>
          </a:xfrm>
          <a:prstGeom prst="line">
            <a:avLst/>
          </a:prstGeom>
          <a:noFill/>
          <a:ln w="33020">
            <a:solidFill>
              <a:srgbClr val="5E8574"/>
            </a:solidFill>
            <a:prstDash val="solid"/>
          </a:ln>
        </p:spPr>
      </p:sp>
      <p:sp>
        <p:nvSpPr>
          <p:cNvPr id="70" name="Shape 68"/>
          <p:cNvSpPr/>
          <p:nvPr/>
        </p:nvSpPr>
        <p:spPr>
          <a:xfrm>
            <a:off x="5147722" y="2833351"/>
            <a:ext cx="29776" cy="9081"/>
          </a:xfrm>
          <a:prstGeom prst="line">
            <a:avLst/>
          </a:prstGeom>
          <a:noFill/>
          <a:ln w="33020">
            <a:solidFill>
              <a:srgbClr val="5E8574"/>
            </a:solidFill>
            <a:prstDash val="solid"/>
          </a:ln>
        </p:spPr>
      </p:sp>
      <p:sp>
        <p:nvSpPr>
          <p:cNvPr id="71" name="Shape 69"/>
          <p:cNvSpPr/>
          <p:nvPr/>
        </p:nvSpPr>
        <p:spPr>
          <a:xfrm>
            <a:off x="5177498" y="2842432"/>
            <a:ext cx="29776" cy="8710"/>
          </a:xfrm>
          <a:prstGeom prst="line">
            <a:avLst/>
          </a:prstGeom>
          <a:noFill/>
          <a:ln w="33020">
            <a:solidFill>
              <a:srgbClr val="5E8574"/>
            </a:solidFill>
            <a:prstDash val="solid"/>
          </a:ln>
        </p:spPr>
      </p:sp>
      <p:sp>
        <p:nvSpPr>
          <p:cNvPr id="72" name="Shape 70"/>
          <p:cNvSpPr/>
          <p:nvPr/>
        </p:nvSpPr>
        <p:spPr>
          <a:xfrm>
            <a:off x="5207275" y="2851142"/>
            <a:ext cx="29776" cy="8361"/>
          </a:xfrm>
          <a:prstGeom prst="line">
            <a:avLst/>
          </a:prstGeom>
          <a:noFill/>
          <a:ln w="33020">
            <a:solidFill>
              <a:srgbClr val="5E8574"/>
            </a:solidFill>
            <a:prstDash val="solid"/>
          </a:ln>
        </p:spPr>
      </p:sp>
      <p:sp>
        <p:nvSpPr>
          <p:cNvPr id="73" name="Shape 71"/>
          <p:cNvSpPr/>
          <p:nvPr/>
        </p:nvSpPr>
        <p:spPr>
          <a:xfrm>
            <a:off x="5237051" y="2859503"/>
            <a:ext cx="29776" cy="8033"/>
          </a:xfrm>
          <a:prstGeom prst="line">
            <a:avLst/>
          </a:prstGeom>
          <a:noFill/>
          <a:ln w="33020">
            <a:solidFill>
              <a:srgbClr val="5E8574"/>
            </a:solidFill>
            <a:prstDash val="solid"/>
          </a:ln>
        </p:spPr>
      </p:sp>
      <p:sp>
        <p:nvSpPr>
          <p:cNvPr id="74" name="Shape 72"/>
          <p:cNvSpPr/>
          <p:nvPr/>
        </p:nvSpPr>
        <p:spPr>
          <a:xfrm>
            <a:off x="5266827" y="2867536"/>
            <a:ext cx="29776" cy="7724"/>
          </a:xfrm>
          <a:prstGeom prst="line">
            <a:avLst/>
          </a:prstGeom>
          <a:noFill/>
          <a:ln w="33020">
            <a:solidFill>
              <a:srgbClr val="5E8574"/>
            </a:solidFill>
            <a:prstDash val="solid"/>
          </a:ln>
        </p:spPr>
      </p:sp>
      <p:sp>
        <p:nvSpPr>
          <p:cNvPr id="75" name="Shape 73"/>
          <p:cNvSpPr/>
          <p:nvPr/>
        </p:nvSpPr>
        <p:spPr>
          <a:xfrm>
            <a:off x="5296604" y="2875260"/>
            <a:ext cx="29776" cy="7432"/>
          </a:xfrm>
          <a:prstGeom prst="line">
            <a:avLst/>
          </a:prstGeom>
          <a:noFill/>
          <a:ln w="33020">
            <a:solidFill>
              <a:srgbClr val="5E8574"/>
            </a:solidFill>
            <a:prstDash val="solid"/>
          </a:ln>
        </p:spPr>
      </p:sp>
      <p:sp>
        <p:nvSpPr>
          <p:cNvPr id="76" name="Shape 74"/>
          <p:cNvSpPr/>
          <p:nvPr/>
        </p:nvSpPr>
        <p:spPr>
          <a:xfrm>
            <a:off x="2171700" y="3655267"/>
            <a:ext cx="29776" cy="7432"/>
          </a:xfrm>
          <a:prstGeom prst="line">
            <a:avLst/>
          </a:prstGeom>
          <a:noFill/>
          <a:ln w="33020">
            <a:solidFill>
              <a:srgbClr val="5E8574"/>
            </a:solidFill>
            <a:prstDash val="solid"/>
          </a:ln>
        </p:spPr>
      </p:sp>
      <p:sp>
        <p:nvSpPr>
          <p:cNvPr id="77" name="Shape 75"/>
          <p:cNvSpPr/>
          <p:nvPr/>
        </p:nvSpPr>
        <p:spPr>
          <a:xfrm>
            <a:off x="2201476" y="3662700"/>
            <a:ext cx="29776" cy="7724"/>
          </a:xfrm>
          <a:prstGeom prst="line">
            <a:avLst/>
          </a:prstGeom>
          <a:noFill/>
          <a:ln w="33020">
            <a:solidFill>
              <a:srgbClr val="5E8574"/>
            </a:solidFill>
            <a:prstDash val="solid"/>
          </a:ln>
        </p:spPr>
      </p:sp>
      <p:sp>
        <p:nvSpPr>
          <p:cNvPr id="78" name="Shape 76"/>
          <p:cNvSpPr/>
          <p:nvPr/>
        </p:nvSpPr>
        <p:spPr>
          <a:xfrm>
            <a:off x="2231253" y="3670424"/>
            <a:ext cx="29776" cy="8033"/>
          </a:xfrm>
          <a:prstGeom prst="line">
            <a:avLst/>
          </a:prstGeom>
          <a:noFill/>
          <a:ln w="33020">
            <a:solidFill>
              <a:srgbClr val="5E8574"/>
            </a:solidFill>
            <a:prstDash val="solid"/>
          </a:ln>
        </p:spPr>
      </p:sp>
      <p:sp>
        <p:nvSpPr>
          <p:cNvPr id="79" name="Shape 77"/>
          <p:cNvSpPr/>
          <p:nvPr/>
        </p:nvSpPr>
        <p:spPr>
          <a:xfrm>
            <a:off x="2261029" y="3678457"/>
            <a:ext cx="29776" cy="8361"/>
          </a:xfrm>
          <a:prstGeom prst="line">
            <a:avLst/>
          </a:prstGeom>
          <a:noFill/>
          <a:ln w="33020">
            <a:solidFill>
              <a:srgbClr val="5E8574"/>
            </a:solidFill>
            <a:prstDash val="solid"/>
          </a:ln>
        </p:spPr>
      </p:sp>
      <p:sp>
        <p:nvSpPr>
          <p:cNvPr id="80" name="Shape 78"/>
          <p:cNvSpPr/>
          <p:nvPr/>
        </p:nvSpPr>
        <p:spPr>
          <a:xfrm>
            <a:off x="2290805" y="3686818"/>
            <a:ext cx="29776" cy="8710"/>
          </a:xfrm>
          <a:prstGeom prst="line">
            <a:avLst/>
          </a:prstGeom>
          <a:noFill/>
          <a:ln w="33020">
            <a:solidFill>
              <a:srgbClr val="5E8574"/>
            </a:solidFill>
            <a:prstDash val="solid"/>
          </a:ln>
        </p:spPr>
      </p:sp>
      <p:sp>
        <p:nvSpPr>
          <p:cNvPr id="81" name="Shape 79"/>
          <p:cNvSpPr/>
          <p:nvPr/>
        </p:nvSpPr>
        <p:spPr>
          <a:xfrm>
            <a:off x="2320582" y="3695528"/>
            <a:ext cx="29776" cy="9081"/>
          </a:xfrm>
          <a:prstGeom prst="line">
            <a:avLst/>
          </a:prstGeom>
          <a:noFill/>
          <a:ln w="33020">
            <a:solidFill>
              <a:srgbClr val="5E8574"/>
            </a:solidFill>
            <a:prstDash val="solid"/>
          </a:ln>
        </p:spPr>
      </p:sp>
      <p:sp>
        <p:nvSpPr>
          <p:cNvPr id="82" name="Shape 80"/>
          <p:cNvSpPr/>
          <p:nvPr/>
        </p:nvSpPr>
        <p:spPr>
          <a:xfrm>
            <a:off x="2350358" y="3704609"/>
            <a:ext cx="29776" cy="9476"/>
          </a:xfrm>
          <a:prstGeom prst="line">
            <a:avLst/>
          </a:prstGeom>
          <a:noFill/>
          <a:ln w="33020">
            <a:solidFill>
              <a:srgbClr val="5E8574"/>
            </a:solidFill>
            <a:prstDash val="solid"/>
          </a:ln>
        </p:spPr>
      </p:sp>
      <p:sp>
        <p:nvSpPr>
          <p:cNvPr id="83" name="Shape 81"/>
          <p:cNvSpPr/>
          <p:nvPr/>
        </p:nvSpPr>
        <p:spPr>
          <a:xfrm>
            <a:off x="2380134" y="3714085"/>
            <a:ext cx="29776" cy="9897"/>
          </a:xfrm>
          <a:prstGeom prst="line">
            <a:avLst/>
          </a:prstGeom>
          <a:noFill/>
          <a:ln w="33020">
            <a:solidFill>
              <a:srgbClr val="5E8574"/>
            </a:solidFill>
            <a:prstDash val="solid"/>
          </a:ln>
        </p:spPr>
      </p:sp>
      <p:sp>
        <p:nvSpPr>
          <p:cNvPr id="84" name="Shape 82"/>
          <p:cNvSpPr/>
          <p:nvPr/>
        </p:nvSpPr>
        <p:spPr>
          <a:xfrm>
            <a:off x="2409911" y="3723982"/>
            <a:ext cx="29776" cy="10347"/>
          </a:xfrm>
          <a:prstGeom prst="line">
            <a:avLst/>
          </a:prstGeom>
          <a:noFill/>
          <a:ln w="33020">
            <a:solidFill>
              <a:srgbClr val="5E8574"/>
            </a:solidFill>
            <a:prstDash val="solid"/>
          </a:ln>
        </p:spPr>
      </p:sp>
      <p:sp>
        <p:nvSpPr>
          <p:cNvPr id="85" name="Shape 83"/>
          <p:cNvSpPr/>
          <p:nvPr/>
        </p:nvSpPr>
        <p:spPr>
          <a:xfrm>
            <a:off x="2439687" y="3734329"/>
            <a:ext cx="29776" cy="10829"/>
          </a:xfrm>
          <a:prstGeom prst="line">
            <a:avLst/>
          </a:prstGeom>
          <a:noFill/>
          <a:ln w="33020">
            <a:solidFill>
              <a:srgbClr val="5E8574"/>
            </a:solidFill>
            <a:prstDash val="solid"/>
          </a:ln>
        </p:spPr>
      </p:sp>
      <p:sp>
        <p:nvSpPr>
          <p:cNvPr id="86" name="Shape 84"/>
          <p:cNvSpPr/>
          <p:nvPr/>
        </p:nvSpPr>
        <p:spPr>
          <a:xfrm>
            <a:off x="2469463" y="3745158"/>
            <a:ext cx="29776" cy="11345"/>
          </a:xfrm>
          <a:prstGeom prst="line">
            <a:avLst/>
          </a:prstGeom>
          <a:noFill/>
          <a:ln w="33020">
            <a:solidFill>
              <a:srgbClr val="5E8574"/>
            </a:solidFill>
            <a:prstDash val="solid"/>
          </a:ln>
        </p:spPr>
      </p:sp>
      <p:sp>
        <p:nvSpPr>
          <p:cNvPr id="87" name="Shape 85"/>
          <p:cNvSpPr/>
          <p:nvPr/>
        </p:nvSpPr>
        <p:spPr>
          <a:xfrm>
            <a:off x="2499239" y="3756503"/>
            <a:ext cx="29776" cy="11899"/>
          </a:xfrm>
          <a:prstGeom prst="line">
            <a:avLst/>
          </a:prstGeom>
          <a:noFill/>
          <a:ln w="33020">
            <a:solidFill>
              <a:srgbClr val="5E8574"/>
            </a:solidFill>
            <a:prstDash val="solid"/>
          </a:ln>
        </p:spPr>
      </p:sp>
      <p:sp>
        <p:nvSpPr>
          <p:cNvPr id="88" name="Shape 86"/>
          <p:cNvSpPr/>
          <p:nvPr/>
        </p:nvSpPr>
        <p:spPr>
          <a:xfrm>
            <a:off x="2529016" y="3768402"/>
            <a:ext cx="29776" cy="12494"/>
          </a:xfrm>
          <a:prstGeom prst="line">
            <a:avLst/>
          </a:prstGeom>
          <a:noFill/>
          <a:ln w="33020">
            <a:solidFill>
              <a:srgbClr val="5E8574"/>
            </a:solidFill>
            <a:prstDash val="solid"/>
          </a:ln>
        </p:spPr>
      </p:sp>
      <p:sp>
        <p:nvSpPr>
          <p:cNvPr id="89" name="Shape 87"/>
          <p:cNvSpPr/>
          <p:nvPr/>
        </p:nvSpPr>
        <p:spPr>
          <a:xfrm>
            <a:off x="2558792" y="3780896"/>
            <a:ext cx="29776" cy="13135"/>
          </a:xfrm>
          <a:prstGeom prst="line">
            <a:avLst/>
          </a:prstGeom>
          <a:noFill/>
          <a:ln w="33020">
            <a:solidFill>
              <a:srgbClr val="5E8574"/>
            </a:solidFill>
            <a:prstDash val="solid"/>
          </a:ln>
        </p:spPr>
      </p:sp>
      <p:sp>
        <p:nvSpPr>
          <p:cNvPr id="90" name="Shape 88"/>
          <p:cNvSpPr/>
          <p:nvPr/>
        </p:nvSpPr>
        <p:spPr>
          <a:xfrm>
            <a:off x="2588568" y="3794031"/>
            <a:ext cx="29776" cy="13827"/>
          </a:xfrm>
          <a:prstGeom prst="line">
            <a:avLst/>
          </a:prstGeom>
          <a:noFill/>
          <a:ln w="33020">
            <a:solidFill>
              <a:srgbClr val="5E8574"/>
            </a:solidFill>
            <a:prstDash val="solid"/>
          </a:ln>
        </p:spPr>
      </p:sp>
      <p:sp>
        <p:nvSpPr>
          <p:cNvPr id="91" name="Shape 89"/>
          <p:cNvSpPr/>
          <p:nvPr/>
        </p:nvSpPr>
        <p:spPr>
          <a:xfrm>
            <a:off x="2618345" y="3807858"/>
            <a:ext cx="29776" cy="14575"/>
          </a:xfrm>
          <a:prstGeom prst="line">
            <a:avLst/>
          </a:prstGeom>
          <a:noFill/>
          <a:ln w="33020">
            <a:solidFill>
              <a:srgbClr val="5E8574"/>
            </a:solidFill>
            <a:prstDash val="solid"/>
          </a:ln>
        </p:spPr>
      </p:sp>
      <p:sp>
        <p:nvSpPr>
          <p:cNvPr id="92" name="Shape 90"/>
          <p:cNvSpPr/>
          <p:nvPr/>
        </p:nvSpPr>
        <p:spPr>
          <a:xfrm>
            <a:off x="2648121" y="3822433"/>
            <a:ext cx="29776" cy="15385"/>
          </a:xfrm>
          <a:prstGeom prst="line">
            <a:avLst/>
          </a:prstGeom>
          <a:noFill/>
          <a:ln w="33020">
            <a:solidFill>
              <a:srgbClr val="5E8574"/>
            </a:solidFill>
            <a:prstDash val="solid"/>
          </a:ln>
        </p:spPr>
      </p:sp>
      <p:sp>
        <p:nvSpPr>
          <p:cNvPr id="93" name="Shape 91"/>
          <p:cNvSpPr/>
          <p:nvPr/>
        </p:nvSpPr>
        <p:spPr>
          <a:xfrm>
            <a:off x="2677897" y="3837818"/>
            <a:ext cx="29776" cy="16265"/>
          </a:xfrm>
          <a:prstGeom prst="line">
            <a:avLst/>
          </a:prstGeom>
          <a:noFill/>
          <a:ln w="33020">
            <a:solidFill>
              <a:srgbClr val="5E8574"/>
            </a:solidFill>
            <a:prstDash val="solid"/>
          </a:ln>
        </p:spPr>
      </p:sp>
      <p:sp>
        <p:nvSpPr>
          <p:cNvPr id="94" name="Shape 92"/>
          <p:cNvSpPr/>
          <p:nvPr/>
        </p:nvSpPr>
        <p:spPr>
          <a:xfrm>
            <a:off x="2707674" y="3854083"/>
            <a:ext cx="29776" cy="17223"/>
          </a:xfrm>
          <a:prstGeom prst="line">
            <a:avLst/>
          </a:prstGeom>
          <a:noFill/>
          <a:ln w="33020">
            <a:solidFill>
              <a:srgbClr val="5E8574"/>
            </a:solidFill>
            <a:prstDash val="solid"/>
          </a:ln>
        </p:spPr>
      </p:sp>
      <p:sp>
        <p:nvSpPr>
          <p:cNvPr id="95" name="Shape 93"/>
          <p:cNvSpPr/>
          <p:nvPr/>
        </p:nvSpPr>
        <p:spPr>
          <a:xfrm>
            <a:off x="2737450" y="3871306"/>
            <a:ext cx="29776" cy="18267"/>
          </a:xfrm>
          <a:prstGeom prst="line">
            <a:avLst/>
          </a:prstGeom>
          <a:noFill/>
          <a:ln w="33020">
            <a:solidFill>
              <a:srgbClr val="5E8574"/>
            </a:solidFill>
            <a:prstDash val="solid"/>
          </a:ln>
        </p:spPr>
      </p:sp>
      <p:sp>
        <p:nvSpPr>
          <p:cNvPr id="96" name="Shape 94"/>
          <p:cNvSpPr/>
          <p:nvPr/>
        </p:nvSpPr>
        <p:spPr>
          <a:xfrm>
            <a:off x="2767226" y="3889573"/>
            <a:ext cx="29776" cy="19410"/>
          </a:xfrm>
          <a:prstGeom prst="line">
            <a:avLst/>
          </a:prstGeom>
          <a:noFill/>
          <a:ln w="33020">
            <a:solidFill>
              <a:srgbClr val="5E8574"/>
            </a:solidFill>
            <a:prstDash val="solid"/>
          </a:ln>
        </p:spPr>
      </p:sp>
      <p:sp>
        <p:nvSpPr>
          <p:cNvPr id="97" name="Shape 95"/>
          <p:cNvSpPr/>
          <p:nvPr/>
        </p:nvSpPr>
        <p:spPr>
          <a:xfrm>
            <a:off x="2797003" y="3908983"/>
            <a:ext cx="29776" cy="20663"/>
          </a:xfrm>
          <a:prstGeom prst="line">
            <a:avLst/>
          </a:prstGeom>
          <a:noFill/>
          <a:ln w="33020">
            <a:solidFill>
              <a:srgbClr val="5E8574"/>
            </a:solidFill>
            <a:prstDash val="solid"/>
          </a:ln>
        </p:spPr>
      </p:sp>
      <p:sp>
        <p:nvSpPr>
          <p:cNvPr id="98" name="Shape 96"/>
          <p:cNvSpPr/>
          <p:nvPr/>
        </p:nvSpPr>
        <p:spPr>
          <a:xfrm>
            <a:off x="2826779" y="3929646"/>
            <a:ext cx="29776" cy="22042"/>
          </a:xfrm>
          <a:prstGeom prst="line">
            <a:avLst/>
          </a:prstGeom>
          <a:noFill/>
          <a:ln w="33020">
            <a:solidFill>
              <a:srgbClr val="5E8574"/>
            </a:solidFill>
            <a:prstDash val="solid"/>
          </a:ln>
        </p:spPr>
      </p:sp>
      <p:sp>
        <p:nvSpPr>
          <p:cNvPr id="99" name="Shape 97"/>
          <p:cNvSpPr/>
          <p:nvPr/>
        </p:nvSpPr>
        <p:spPr>
          <a:xfrm>
            <a:off x="2856555" y="3951688"/>
            <a:ext cx="29776" cy="23564"/>
          </a:xfrm>
          <a:prstGeom prst="line">
            <a:avLst/>
          </a:prstGeom>
          <a:noFill/>
          <a:ln w="33020">
            <a:solidFill>
              <a:srgbClr val="5E8574"/>
            </a:solidFill>
            <a:prstDash val="solid"/>
          </a:ln>
        </p:spPr>
      </p:sp>
      <p:sp>
        <p:nvSpPr>
          <p:cNvPr id="100" name="Shape 98"/>
          <p:cNvSpPr/>
          <p:nvPr/>
        </p:nvSpPr>
        <p:spPr>
          <a:xfrm>
            <a:off x="2886332" y="3975252"/>
            <a:ext cx="29776" cy="25248"/>
          </a:xfrm>
          <a:prstGeom prst="line">
            <a:avLst/>
          </a:prstGeom>
          <a:noFill/>
          <a:ln w="33020">
            <a:solidFill>
              <a:srgbClr val="5E8574"/>
            </a:solidFill>
            <a:prstDash val="solid"/>
          </a:ln>
        </p:spPr>
      </p:sp>
      <p:sp>
        <p:nvSpPr>
          <p:cNvPr id="101" name="Shape 99"/>
          <p:cNvSpPr/>
          <p:nvPr/>
        </p:nvSpPr>
        <p:spPr>
          <a:xfrm>
            <a:off x="2916108" y="4000500"/>
            <a:ext cx="29776" cy="27120"/>
          </a:xfrm>
          <a:prstGeom prst="line">
            <a:avLst/>
          </a:prstGeom>
          <a:noFill/>
          <a:ln w="33020">
            <a:solidFill>
              <a:srgbClr val="5E8574"/>
            </a:solidFill>
            <a:prstDash val="solid"/>
          </a:ln>
        </p:spPr>
      </p:sp>
      <p:sp>
        <p:nvSpPr>
          <p:cNvPr id="102" name="Shape 100"/>
          <p:cNvSpPr/>
          <p:nvPr/>
        </p:nvSpPr>
        <p:spPr>
          <a:xfrm>
            <a:off x="2945884" y="4027620"/>
            <a:ext cx="29776" cy="29209"/>
          </a:xfrm>
          <a:prstGeom prst="line">
            <a:avLst/>
          </a:prstGeom>
          <a:noFill/>
          <a:ln w="33020">
            <a:solidFill>
              <a:srgbClr val="5E8574"/>
            </a:solidFill>
            <a:prstDash val="solid"/>
          </a:ln>
        </p:spPr>
      </p:sp>
      <p:sp>
        <p:nvSpPr>
          <p:cNvPr id="103" name="Shape 101"/>
          <p:cNvSpPr/>
          <p:nvPr/>
        </p:nvSpPr>
        <p:spPr>
          <a:xfrm>
            <a:off x="2975661" y="4056829"/>
            <a:ext cx="29776" cy="31548"/>
          </a:xfrm>
          <a:prstGeom prst="line">
            <a:avLst/>
          </a:prstGeom>
          <a:noFill/>
          <a:ln w="33020">
            <a:solidFill>
              <a:srgbClr val="5E8574"/>
            </a:solidFill>
            <a:prstDash val="solid"/>
          </a:ln>
        </p:spPr>
      </p:sp>
      <p:sp>
        <p:nvSpPr>
          <p:cNvPr id="104" name="Shape 102"/>
          <p:cNvSpPr/>
          <p:nvPr/>
        </p:nvSpPr>
        <p:spPr>
          <a:xfrm>
            <a:off x="3005437" y="4088377"/>
            <a:ext cx="29776" cy="34180"/>
          </a:xfrm>
          <a:prstGeom prst="line">
            <a:avLst/>
          </a:prstGeom>
          <a:noFill/>
          <a:ln w="33020">
            <a:solidFill>
              <a:srgbClr val="5E8574"/>
            </a:solidFill>
            <a:prstDash val="solid"/>
          </a:ln>
        </p:spPr>
      </p:sp>
      <p:sp>
        <p:nvSpPr>
          <p:cNvPr id="105" name="Shape 103"/>
          <p:cNvSpPr/>
          <p:nvPr/>
        </p:nvSpPr>
        <p:spPr>
          <a:xfrm>
            <a:off x="3035213" y="4122557"/>
            <a:ext cx="29776" cy="37156"/>
          </a:xfrm>
          <a:prstGeom prst="line">
            <a:avLst/>
          </a:prstGeom>
          <a:noFill/>
          <a:ln w="33020">
            <a:solidFill>
              <a:srgbClr val="5E8574"/>
            </a:solidFill>
            <a:prstDash val="solid"/>
          </a:ln>
        </p:spPr>
      </p:sp>
      <p:sp>
        <p:nvSpPr>
          <p:cNvPr id="106" name="Shape 104"/>
          <p:cNvSpPr/>
          <p:nvPr/>
        </p:nvSpPr>
        <p:spPr>
          <a:xfrm>
            <a:off x="3064989" y="4159713"/>
            <a:ext cx="29776" cy="40538"/>
          </a:xfrm>
          <a:prstGeom prst="line">
            <a:avLst/>
          </a:prstGeom>
          <a:noFill/>
          <a:ln w="33020">
            <a:solidFill>
              <a:srgbClr val="5E8574"/>
            </a:solidFill>
            <a:prstDash val="solid"/>
          </a:ln>
        </p:spPr>
      </p:sp>
      <p:sp>
        <p:nvSpPr>
          <p:cNvPr id="107" name="Shape 105"/>
          <p:cNvSpPr/>
          <p:nvPr/>
        </p:nvSpPr>
        <p:spPr>
          <a:xfrm>
            <a:off x="3094766" y="4200251"/>
            <a:ext cx="29776" cy="44403"/>
          </a:xfrm>
          <a:prstGeom prst="line">
            <a:avLst/>
          </a:prstGeom>
          <a:noFill/>
          <a:ln w="33020">
            <a:solidFill>
              <a:srgbClr val="5E8574"/>
            </a:solidFill>
            <a:prstDash val="solid"/>
          </a:ln>
        </p:spPr>
      </p:sp>
      <p:sp>
        <p:nvSpPr>
          <p:cNvPr id="108" name="Shape 106"/>
          <p:cNvSpPr/>
          <p:nvPr/>
        </p:nvSpPr>
        <p:spPr>
          <a:xfrm>
            <a:off x="3124542" y="4244654"/>
            <a:ext cx="29776" cy="48850"/>
          </a:xfrm>
          <a:prstGeom prst="line">
            <a:avLst/>
          </a:prstGeom>
          <a:noFill/>
          <a:ln w="33020">
            <a:solidFill>
              <a:srgbClr val="5E8574"/>
            </a:solidFill>
            <a:prstDash val="solid"/>
          </a:ln>
        </p:spPr>
      </p:sp>
      <p:sp>
        <p:nvSpPr>
          <p:cNvPr id="109" name="Shape 107"/>
          <p:cNvSpPr/>
          <p:nvPr/>
        </p:nvSpPr>
        <p:spPr>
          <a:xfrm>
            <a:off x="3154318" y="4293504"/>
            <a:ext cx="29776" cy="53999"/>
          </a:xfrm>
          <a:prstGeom prst="line">
            <a:avLst/>
          </a:prstGeom>
          <a:noFill/>
          <a:ln w="33020">
            <a:solidFill>
              <a:srgbClr val="5E8574"/>
            </a:solidFill>
            <a:prstDash val="solid"/>
          </a:ln>
        </p:spPr>
      </p:sp>
      <p:sp>
        <p:nvSpPr>
          <p:cNvPr id="110" name="Shape 108"/>
          <p:cNvSpPr/>
          <p:nvPr/>
        </p:nvSpPr>
        <p:spPr>
          <a:xfrm>
            <a:off x="3184095" y="4347503"/>
            <a:ext cx="29776" cy="60008"/>
          </a:xfrm>
          <a:prstGeom prst="line">
            <a:avLst/>
          </a:prstGeom>
          <a:noFill/>
          <a:ln w="33020">
            <a:solidFill>
              <a:srgbClr val="5E8574"/>
            </a:solidFill>
            <a:prstDash val="solid"/>
          </a:ln>
        </p:spPr>
      </p:sp>
      <p:sp>
        <p:nvSpPr>
          <p:cNvPr id="111" name="Shape 109"/>
          <p:cNvSpPr/>
          <p:nvPr/>
        </p:nvSpPr>
        <p:spPr>
          <a:xfrm>
            <a:off x="3213871" y="4407511"/>
            <a:ext cx="29776" cy="67079"/>
          </a:xfrm>
          <a:prstGeom prst="line">
            <a:avLst/>
          </a:prstGeom>
          <a:noFill/>
          <a:ln w="33020">
            <a:solidFill>
              <a:srgbClr val="5E8574"/>
            </a:solidFill>
            <a:prstDash val="solid"/>
          </a:ln>
        </p:spPr>
      </p:sp>
      <p:sp>
        <p:nvSpPr>
          <p:cNvPr id="112" name="Shape 110"/>
          <p:cNvSpPr/>
          <p:nvPr/>
        </p:nvSpPr>
        <p:spPr>
          <a:xfrm>
            <a:off x="3243647" y="4474590"/>
            <a:ext cx="29776" cy="75478"/>
          </a:xfrm>
          <a:prstGeom prst="line">
            <a:avLst/>
          </a:prstGeom>
          <a:noFill/>
          <a:ln w="33020">
            <a:solidFill>
              <a:srgbClr val="5E8574"/>
            </a:solidFill>
            <a:prstDash val="solid"/>
          </a:ln>
        </p:spPr>
      </p:sp>
      <p:sp>
        <p:nvSpPr>
          <p:cNvPr id="113" name="Shape 111"/>
          <p:cNvSpPr/>
          <p:nvPr/>
        </p:nvSpPr>
        <p:spPr>
          <a:xfrm>
            <a:off x="3273424" y="4550068"/>
            <a:ext cx="29776" cy="85560"/>
          </a:xfrm>
          <a:prstGeom prst="line">
            <a:avLst/>
          </a:prstGeom>
          <a:noFill/>
          <a:ln w="33020">
            <a:solidFill>
              <a:srgbClr val="5E8574"/>
            </a:solidFill>
            <a:prstDash val="solid"/>
          </a:ln>
        </p:spPr>
      </p:sp>
      <p:sp>
        <p:nvSpPr>
          <p:cNvPr id="114" name="Shape 112"/>
          <p:cNvSpPr/>
          <p:nvPr/>
        </p:nvSpPr>
        <p:spPr>
          <a:xfrm>
            <a:off x="3303200" y="4635628"/>
            <a:ext cx="29776" cy="97807"/>
          </a:xfrm>
          <a:prstGeom prst="line">
            <a:avLst/>
          </a:prstGeom>
          <a:noFill/>
          <a:ln w="33020">
            <a:solidFill>
              <a:srgbClr val="5E8574"/>
            </a:solidFill>
            <a:prstDash val="solid"/>
          </a:ln>
        </p:spPr>
      </p:sp>
      <p:sp>
        <p:nvSpPr>
          <p:cNvPr id="115" name="Shape 113"/>
          <p:cNvSpPr/>
          <p:nvPr/>
        </p:nvSpPr>
        <p:spPr>
          <a:xfrm>
            <a:off x="3332976" y="4733435"/>
            <a:ext cx="29776" cy="112885"/>
          </a:xfrm>
          <a:prstGeom prst="line">
            <a:avLst/>
          </a:prstGeom>
          <a:noFill/>
          <a:ln w="33020">
            <a:solidFill>
              <a:srgbClr val="5E8574"/>
            </a:solidFill>
            <a:prstDash val="solid"/>
          </a:ln>
        </p:spPr>
      </p:sp>
      <p:sp>
        <p:nvSpPr>
          <p:cNvPr id="116" name="Shape 114"/>
          <p:cNvSpPr/>
          <p:nvPr/>
        </p:nvSpPr>
        <p:spPr>
          <a:xfrm>
            <a:off x="4126557" y="1843822"/>
            <a:ext cx="146304" cy="146304"/>
          </a:xfrm>
          <a:prstGeom prst="ellipse">
            <a:avLst/>
          </a:prstGeom>
          <a:solidFill>
            <a:srgbClr val="2E4A40"/>
          </a:solidFill>
          <a:ln w="20320">
            <a:solidFill>
              <a:srgbClr val="2E4A40"/>
            </a:solidFill>
            <a:prstDash val="solid"/>
          </a:ln>
        </p:spPr>
      </p:sp>
      <p:sp>
        <p:nvSpPr>
          <p:cNvPr id="117" name="Shape 115"/>
          <p:cNvSpPr/>
          <p:nvPr/>
        </p:nvSpPr>
        <p:spPr>
          <a:xfrm>
            <a:off x="4351891" y="2294491"/>
            <a:ext cx="146304" cy="146304"/>
          </a:xfrm>
          <a:prstGeom prst="ellipse">
            <a:avLst/>
          </a:prstGeom>
          <a:solidFill>
            <a:srgbClr val="2E4A40"/>
          </a:solidFill>
          <a:ln w="20320">
            <a:solidFill>
              <a:srgbClr val="2E4A40"/>
            </a:solidFill>
            <a:prstDash val="solid"/>
          </a:ln>
        </p:spPr>
      </p:sp>
      <p:sp>
        <p:nvSpPr>
          <p:cNvPr id="118" name="Shape 116"/>
          <p:cNvSpPr/>
          <p:nvPr/>
        </p:nvSpPr>
        <p:spPr>
          <a:xfrm>
            <a:off x="4577225" y="2519825"/>
            <a:ext cx="146304" cy="146304"/>
          </a:xfrm>
          <a:prstGeom prst="ellipse">
            <a:avLst/>
          </a:prstGeom>
          <a:solidFill>
            <a:srgbClr val="2E4A40"/>
          </a:solidFill>
          <a:ln w="20320">
            <a:solidFill>
              <a:srgbClr val="2E4A40"/>
            </a:solidFill>
            <a:prstDash val="solid"/>
          </a:ln>
        </p:spPr>
      </p:sp>
      <p:sp>
        <p:nvSpPr>
          <p:cNvPr id="119" name="Shape 117"/>
          <p:cNvSpPr/>
          <p:nvPr/>
        </p:nvSpPr>
        <p:spPr>
          <a:xfrm>
            <a:off x="5027894" y="2745159"/>
            <a:ext cx="146304" cy="146304"/>
          </a:xfrm>
          <a:prstGeom prst="ellipse">
            <a:avLst/>
          </a:prstGeom>
          <a:solidFill>
            <a:srgbClr val="2E4A40"/>
          </a:solidFill>
          <a:ln w="20320">
            <a:solidFill>
              <a:srgbClr val="2E4A40"/>
            </a:solidFill>
            <a:prstDash val="solid"/>
          </a:ln>
        </p:spPr>
      </p:sp>
      <p:sp>
        <p:nvSpPr>
          <p:cNvPr id="120" name="Text 118"/>
          <p:cNvSpPr/>
          <p:nvPr/>
        </p:nvSpPr>
        <p:spPr>
          <a:xfrm>
            <a:off x="548640" y="4892040"/>
            <a:ext cx="6400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100" b="1" dirty="0">
                <a:solidFill>
                  <a:srgbClr val="2E4A4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y ＝ 12/x：兩支都係越向右越低</a:t>
            </a:r>
            <a:endParaRPr lang="en-US" sz="2100" dirty="0"/>
          </a:p>
        </p:txBody>
      </p:sp>
      <p:sp>
        <p:nvSpPr>
          <p:cNvPr id="121" name="Text 119"/>
          <p:cNvSpPr/>
          <p:nvPr/>
        </p:nvSpPr>
        <p:spPr>
          <a:xfrm>
            <a:off x="7360920" y="1783080"/>
            <a:ext cx="4251960" cy="3474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35000"/>
              </a:lnSpc>
              <a:buNone/>
            </a:pPr>
            <a:r>
              <a:rPr lang="en-US" sz="2300" dirty="0">
                <a:solidFill>
                  <a:srgbClr val="202A26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喺同一支上面，</a:t>
            </a:r>
            <a:endParaRPr lang="en-US" sz="2300" dirty="0"/>
          </a:p>
          <a:p>
            <a:pPr algn="l" indent="0" marL="0">
              <a:lnSpc>
                <a:spcPct val="135000"/>
              </a:lnSpc>
              <a:buNone/>
            </a:pPr>
            <a:r>
              <a:rPr lang="en-US" sz="2300" dirty="0">
                <a:solidFill>
                  <a:srgbClr val="202A26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x 由 2 行到 6，</a:t>
            </a:r>
            <a:endParaRPr lang="en-US" sz="2300" dirty="0"/>
          </a:p>
          <a:p>
            <a:pPr algn="l" indent="0" marL="0">
              <a:lnSpc>
                <a:spcPct val="135000"/>
              </a:lnSpc>
              <a:buNone/>
            </a:pPr>
            <a:r>
              <a:rPr lang="en-US" sz="2300" dirty="0">
                <a:solidFill>
                  <a:srgbClr val="202A26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y 由 6 跌到 2。</a:t>
            </a:r>
            <a:endParaRPr lang="en-US" sz="2300" dirty="0"/>
          </a:p>
          <a:p>
            <a:pPr algn="l" indent="0" marL="0">
              <a:lnSpc>
                <a:spcPct val="135000"/>
              </a:lnSpc>
              <a:buNone/>
            </a:pPr>
            <a:endParaRPr lang="en-US" sz="2300" dirty="0"/>
          </a:p>
          <a:p>
            <a:pPr algn="l" indent="0" marL="0">
              <a:lnSpc>
                <a:spcPct val="135000"/>
              </a:lnSpc>
              <a:buNone/>
            </a:pPr>
            <a:r>
              <a:rPr lang="en-US" sz="2300" dirty="0">
                <a:solidFill>
                  <a:srgbClr val="202A26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→ y 隨 x 增大而減小</a:t>
            </a:r>
            <a:endParaRPr lang="en-US" sz="23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1F4F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6437376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6B7A72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初三數學 · L3　增減性與中心對稱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11247120" y="6437376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6B7A72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5</a:t>
            </a:r>
            <a:endParaRPr lang="en-US" sz="1100" dirty="0"/>
          </a:p>
        </p:txBody>
      </p:sp>
      <p:sp>
        <p:nvSpPr>
          <p:cNvPr id="4" name="Shape 2"/>
          <p:cNvSpPr/>
          <p:nvPr/>
        </p:nvSpPr>
        <p:spPr>
          <a:xfrm>
            <a:off x="548640" y="475488"/>
            <a:ext cx="274320" cy="274320"/>
          </a:xfrm>
          <a:prstGeom prst="ellipse">
            <a:avLst/>
          </a:prstGeom>
          <a:solidFill>
            <a:srgbClr val="5E8574"/>
          </a:solidFill>
          <a:ln/>
        </p:spPr>
      </p:sp>
      <p:sp>
        <p:nvSpPr>
          <p:cNvPr id="5" name="Text 3"/>
          <p:cNvSpPr/>
          <p:nvPr/>
        </p:nvSpPr>
        <p:spPr>
          <a:xfrm>
            <a:off x="932688" y="347472"/>
            <a:ext cx="106984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2E4A4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k ＞ 0：兩支各自睇</a:t>
            </a:r>
            <a:endParaRPr lang="en-US" sz="3200" dirty="0"/>
          </a:p>
        </p:txBody>
      </p:sp>
      <p:graphicFrame>
        <p:nvGraphicFramePr>
          <p:cNvPr id="6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481328"/>
          <a:ext cx="11064240" cy="914400"/>
        </p:xfrm>
        <a:graphic>
          <a:graphicData uri="http://schemas.openxmlformats.org/drawingml/2006/table">
            <a:tbl>
              <a:tblPr/>
              <a:tblGrid>
                <a:gridCol w="2377440"/>
                <a:gridCol w="3840480"/>
                <a:gridCol w="4846320"/>
              </a:tblGrid>
              <a:tr h="82296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2100" b="1" dirty="0">
                          <a:solidFill>
                            <a:srgbClr val="FFFFFF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邊一支</a:t>
                      </a:r>
                      <a:endParaRPr lang="en-US" sz="21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76200" marR="76200" marT="25400" marB="25400" anchor="ctr">
                    <a:lnL w="12700" cap="flat" cmpd="sng" algn="ctr">
                      <a:solidFill>
                        <a:srgbClr val="C4D3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4D3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4D3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4D3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5E857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2100" b="1" dirty="0">
                          <a:solidFill>
                            <a:srgbClr val="FFFFFF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x 由細到大</a:t>
                      </a:r>
                      <a:endParaRPr lang="en-US" sz="21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76200" marR="76200" marT="25400" marB="25400" anchor="ctr">
                    <a:lnL w="12700" cap="flat" cmpd="sng" algn="ctr">
                      <a:solidFill>
                        <a:srgbClr val="C4D3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4D3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4D3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4D3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5E857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2100" b="1" dirty="0">
                          <a:solidFill>
                            <a:srgbClr val="FFFFFF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y 點變</a:t>
                      </a:r>
                      <a:endParaRPr lang="en-US" sz="21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76200" marR="76200" marT="25400" marB="25400" anchor="ctr">
                    <a:lnL w="12700" cap="flat" cmpd="sng" algn="ctr">
                      <a:solidFill>
                        <a:srgbClr val="C4D3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4D3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4D3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4D3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5E8574"/>
                    </a:solidFill>
                  </a:tcPr>
                </a:tc>
              </a:tr>
              <a:tr h="82296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2000" b="1" dirty="0">
                          <a:solidFill>
                            <a:srgbClr val="202A26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第一象限</a:t>
                      </a:r>
                      <a:endParaRPr lang="en-US" sz="20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76200" marR="76200" marT="25400" marB="25400" anchor="ctr">
                    <a:lnL w="12700" cap="flat" cmpd="sng" algn="ctr">
                      <a:solidFill>
                        <a:srgbClr val="C4D3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4D3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4D3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4D3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2000" dirty="0">
                          <a:solidFill>
                            <a:srgbClr val="202A26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2 → 3 → 4 → 6</a:t>
                      </a:r>
                      <a:endParaRPr lang="en-US" sz="20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76200" marR="76200" marT="25400" marB="25400" anchor="ctr">
                    <a:lnL w="12700" cap="flat" cmpd="sng" algn="ctr">
                      <a:solidFill>
                        <a:srgbClr val="C4D3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4D3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4D3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4D3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2000" dirty="0">
                          <a:solidFill>
                            <a:srgbClr val="202A26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6 → 4 → 3 → 2　（減小）</a:t>
                      </a:r>
                      <a:endParaRPr lang="en-US" sz="20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76200" marR="76200" marT="25400" marB="25400" anchor="ctr">
                    <a:lnL w="12700" cap="flat" cmpd="sng" algn="ctr">
                      <a:solidFill>
                        <a:srgbClr val="C4D3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4D3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4D3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4D3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82296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2000" b="1" dirty="0">
                          <a:solidFill>
                            <a:srgbClr val="202A26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第三象限</a:t>
                      </a:r>
                      <a:endParaRPr lang="en-US" sz="20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76200" marR="76200" marT="25400" marB="25400" anchor="ctr">
                    <a:lnL w="12700" cap="flat" cmpd="sng" algn="ctr">
                      <a:solidFill>
                        <a:srgbClr val="C4D3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4D3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4D3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4D3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4F1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2000" dirty="0">
                          <a:solidFill>
                            <a:srgbClr val="202A26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−6 → −4 → −3 → −2</a:t>
                      </a:r>
                      <a:endParaRPr lang="en-US" sz="20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76200" marR="76200" marT="25400" marB="25400" anchor="ctr">
                    <a:lnL w="12700" cap="flat" cmpd="sng" algn="ctr">
                      <a:solidFill>
                        <a:srgbClr val="C4D3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4D3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4D3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4D3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4F1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2000" dirty="0">
                          <a:solidFill>
                            <a:srgbClr val="202A26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−2 → −3 → −4 → −6　（減小）</a:t>
                      </a:r>
                      <a:endParaRPr lang="en-US" sz="20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76200" marR="76200" marT="25400" marB="25400" anchor="ctr">
                    <a:lnL w="12700" cap="flat" cmpd="sng" algn="ctr">
                      <a:solidFill>
                        <a:srgbClr val="C4D3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4D3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4D3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4D3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4F1"/>
                    </a:solidFill>
                  </a:tcPr>
                </a:tc>
              </a:tr>
            </a:tbl>
          </a:graphicData>
        </a:graphic>
      </p:graphicFrame>
      <p:sp>
        <p:nvSpPr>
          <p:cNvPr id="7" name="Shape 4"/>
          <p:cNvSpPr/>
          <p:nvPr/>
        </p:nvSpPr>
        <p:spPr>
          <a:xfrm>
            <a:off x="7040880" y="5870448"/>
            <a:ext cx="4572000" cy="457200"/>
          </a:xfrm>
          <a:prstGeom prst="roundRect">
            <a:avLst>
              <a:gd name="adj" fmla="val 20000"/>
            </a:avLst>
          </a:prstGeom>
          <a:solidFill>
            <a:srgbClr val="DCE6DF"/>
          </a:solidFill>
          <a:ln w="12700">
            <a:solidFill>
              <a:srgbClr val="C4D3C8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7040880" y="5870448"/>
            <a:ext cx="4572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2E4A4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▶ 轉換點：下一頁：k 變負數會點？</a:t>
            </a:r>
            <a:endParaRPr lang="en-US" sz="15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1F4F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6437376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6B7A72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初三數學 · L3　增減性與中心對稱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11247120" y="6437376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6B7A72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6</a:t>
            </a:r>
            <a:endParaRPr lang="en-US" sz="1100" dirty="0"/>
          </a:p>
        </p:txBody>
      </p:sp>
      <p:sp>
        <p:nvSpPr>
          <p:cNvPr id="4" name="Shape 2"/>
          <p:cNvSpPr/>
          <p:nvPr/>
        </p:nvSpPr>
        <p:spPr>
          <a:xfrm>
            <a:off x="548640" y="475488"/>
            <a:ext cx="274320" cy="274320"/>
          </a:xfrm>
          <a:prstGeom prst="ellipse">
            <a:avLst/>
          </a:prstGeom>
          <a:solidFill>
            <a:srgbClr val="5E8574"/>
          </a:solidFill>
          <a:ln/>
        </p:spPr>
      </p:sp>
      <p:sp>
        <p:nvSpPr>
          <p:cNvPr id="5" name="Text 3"/>
          <p:cNvSpPr/>
          <p:nvPr/>
        </p:nvSpPr>
        <p:spPr>
          <a:xfrm>
            <a:off x="932688" y="347472"/>
            <a:ext cx="106984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2E4A4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k ＜ 0：每一支都向上行</a:t>
            </a:r>
            <a:endParaRPr lang="en-US" sz="3200" dirty="0"/>
          </a:p>
        </p:txBody>
      </p:sp>
      <p:sp>
        <p:nvSpPr>
          <p:cNvPr id="6" name="Shape 4"/>
          <p:cNvSpPr/>
          <p:nvPr/>
        </p:nvSpPr>
        <p:spPr>
          <a:xfrm>
            <a:off x="548640" y="1463040"/>
            <a:ext cx="6400800" cy="4114800"/>
          </a:xfrm>
          <a:prstGeom prst="roundRect">
            <a:avLst>
              <a:gd name="adj" fmla="val 2222"/>
            </a:avLst>
          </a:prstGeom>
          <a:solidFill>
            <a:srgbClr val="FFFFFF"/>
          </a:solidFill>
          <a:ln w="12700">
            <a:solidFill>
              <a:srgbClr val="C4D3C8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2171700" y="3268980"/>
            <a:ext cx="3154680" cy="0"/>
          </a:xfrm>
          <a:prstGeom prst="line">
            <a:avLst/>
          </a:prstGeom>
          <a:noFill/>
          <a:ln w="19050">
            <a:solidFill>
              <a:srgbClr val="202A26"/>
            </a:solidFill>
            <a:prstDash val="solid"/>
            <a:tailEnd type="triangle"/>
          </a:ln>
        </p:spPr>
      </p:sp>
      <p:sp>
        <p:nvSpPr>
          <p:cNvPr id="8" name="Shape 6"/>
          <p:cNvSpPr/>
          <p:nvPr/>
        </p:nvSpPr>
        <p:spPr>
          <a:xfrm flipV="1">
            <a:off x="3749040" y="1691640"/>
            <a:ext cx="0" cy="3154680"/>
          </a:xfrm>
          <a:prstGeom prst="line">
            <a:avLst/>
          </a:prstGeom>
          <a:noFill/>
          <a:ln w="19050">
            <a:solidFill>
              <a:srgbClr val="202A26"/>
            </a:solidFill>
            <a:prstDash val="solid"/>
            <a:tailEnd type="triangle"/>
          </a:ln>
        </p:spPr>
      </p:sp>
      <p:sp>
        <p:nvSpPr>
          <p:cNvPr id="9" name="Text 7"/>
          <p:cNvSpPr/>
          <p:nvPr/>
        </p:nvSpPr>
        <p:spPr>
          <a:xfrm>
            <a:off x="5052060" y="3323844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202A26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x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3840480" y="1655064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dirty="0">
                <a:solidFill>
                  <a:srgbClr val="202A26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y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3419856" y="3305556"/>
            <a:ext cx="2743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4E5C55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O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 flipV="1">
            <a:off x="2397034" y="3241940"/>
            <a:ext cx="0" cy="54080"/>
          </a:xfrm>
          <a:prstGeom prst="line">
            <a:avLst/>
          </a:prstGeom>
          <a:noFill/>
          <a:ln w="15240">
            <a:solidFill>
              <a:srgbClr val="202A26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2168434" y="3342132"/>
            <a:ext cx="4572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4E5C55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−6</a:t>
            </a:r>
            <a:endParaRPr lang="en-US" sz="1300" dirty="0"/>
          </a:p>
        </p:txBody>
      </p:sp>
      <p:sp>
        <p:nvSpPr>
          <p:cNvPr id="14" name="Shape 12"/>
          <p:cNvSpPr/>
          <p:nvPr/>
        </p:nvSpPr>
        <p:spPr>
          <a:xfrm flipV="1">
            <a:off x="2847703" y="3241940"/>
            <a:ext cx="0" cy="54080"/>
          </a:xfrm>
          <a:prstGeom prst="line">
            <a:avLst/>
          </a:prstGeom>
          <a:noFill/>
          <a:ln w="15240">
            <a:solidFill>
              <a:srgbClr val="202A26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2619103" y="3342132"/>
            <a:ext cx="4572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4E5C55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−4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 flipV="1">
            <a:off x="3298371" y="3241940"/>
            <a:ext cx="0" cy="54080"/>
          </a:xfrm>
          <a:prstGeom prst="line">
            <a:avLst/>
          </a:prstGeom>
          <a:noFill/>
          <a:ln w="15240">
            <a:solidFill>
              <a:srgbClr val="202A26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3069771" y="3342132"/>
            <a:ext cx="4572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4E5C55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−2</a:t>
            </a:r>
            <a:endParaRPr lang="en-US" sz="1300" dirty="0"/>
          </a:p>
        </p:txBody>
      </p:sp>
      <p:sp>
        <p:nvSpPr>
          <p:cNvPr id="18" name="Shape 16"/>
          <p:cNvSpPr/>
          <p:nvPr/>
        </p:nvSpPr>
        <p:spPr>
          <a:xfrm flipV="1">
            <a:off x="4199709" y="3241940"/>
            <a:ext cx="0" cy="54080"/>
          </a:xfrm>
          <a:prstGeom prst="line">
            <a:avLst/>
          </a:prstGeom>
          <a:noFill/>
          <a:ln w="15240">
            <a:solidFill>
              <a:srgbClr val="202A26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3971109" y="3342132"/>
            <a:ext cx="4572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4E5C55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2</a:t>
            </a:r>
            <a:endParaRPr lang="en-US" sz="1300" dirty="0"/>
          </a:p>
        </p:txBody>
      </p:sp>
      <p:sp>
        <p:nvSpPr>
          <p:cNvPr id="20" name="Shape 18"/>
          <p:cNvSpPr/>
          <p:nvPr/>
        </p:nvSpPr>
        <p:spPr>
          <a:xfrm flipV="1">
            <a:off x="4650377" y="3241940"/>
            <a:ext cx="0" cy="54080"/>
          </a:xfrm>
          <a:prstGeom prst="line">
            <a:avLst/>
          </a:prstGeom>
          <a:noFill/>
          <a:ln w="15240">
            <a:solidFill>
              <a:srgbClr val="202A26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4421777" y="3342132"/>
            <a:ext cx="4572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4E5C55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4</a:t>
            </a:r>
            <a:endParaRPr lang="en-US" sz="1300" dirty="0"/>
          </a:p>
        </p:txBody>
      </p:sp>
      <p:sp>
        <p:nvSpPr>
          <p:cNvPr id="22" name="Shape 20"/>
          <p:cNvSpPr/>
          <p:nvPr/>
        </p:nvSpPr>
        <p:spPr>
          <a:xfrm flipV="1">
            <a:off x="5101046" y="3241940"/>
            <a:ext cx="0" cy="54080"/>
          </a:xfrm>
          <a:prstGeom prst="line">
            <a:avLst/>
          </a:prstGeom>
          <a:noFill/>
          <a:ln w="15240">
            <a:solidFill>
              <a:srgbClr val="202A26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4872446" y="3342132"/>
            <a:ext cx="4572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4E5C55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6</a:t>
            </a:r>
            <a:endParaRPr lang="en-US" sz="1300" dirty="0"/>
          </a:p>
        </p:txBody>
      </p:sp>
      <p:sp>
        <p:nvSpPr>
          <p:cNvPr id="24" name="Shape 22"/>
          <p:cNvSpPr/>
          <p:nvPr/>
        </p:nvSpPr>
        <p:spPr>
          <a:xfrm>
            <a:off x="3722000" y="4620986"/>
            <a:ext cx="54080" cy="0"/>
          </a:xfrm>
          <a:prstGeom prst="line">
            <a:avLst/>
          </a:prstGeom>
          <a:noFill/>
          <a:ln w="15240">
            <a:solidFill>
              <a:srgbClr val="202A26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3246120" y="4502114"/>
            <a:ext cx="38404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dirty="0">
                <a:solidFill>
                  <a:srgbClr val="4E5C55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−6</a:t>
            </a:r>
            <a:endParaRPr lang="en-US" sz="1300" dirty="0"/>
          </a:p>
        </p:txBody>
      </p:sp>
      <p:sp>
        <p:nvSpPr>
          <p:cNvPr id="26" name="Shape 24"/>
          <p:cNvSpPr/>
          <p:nvPr/>
        </p:nvSpPr>
        <p:spPr>
          <a:xfrm>
            <a:off x="3722000" y="4170317"/>
            <a:ext cx="54080" cy="0"/>
          </a:xfrm>
          <a:prstGeom prst="line">
            <a:avLst/>
          </a:prstGeom>
          <a:noFill/>
          <a:ln w="15240">
            <a:solidFill>
              <a:srgbClr val="202A26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3246120" y="4051445"/>
            <a:ext cx="38404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dirty="0">
                <a:solidFill>
                  <a:srgbClr val="4E5C55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−4</a:t>
            </a:r>
            <a:endParaRPr lang="en-US" sz="1300" dirty="0"/>
          </a:p>
        </p:txBody>
      </p:sp>
      <p:sp>
        <p:nvSpPr>
          <p:cNvPr id="28" name="Shape 26"/>
          <p:cNvSpPr/>
          <p:nvPr/>
        </p:nvSpPr>
        <p:spPr>
          <a:xfrm>
            <a:off x="3722000" y="3719649"/>
            <a:ext cx="54080" cy="0"/>
          </a:xfrm>
          <a:prstGeom prst="line">
            <a:avLst/>
          </a:prstGeom>
          <a:noFill/>
          <a:ln w="15240">
            <a:solidFill>
              <a:srgbClr val="202A26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3246120" y="3600777"/>
            <a:ext cx="38404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dirty="0">
                <a:solidFill>
                  <a:srgbClr val="4E5C55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−2</a:t>
            </a:r>
            <a:endParaRPr lang="en-US" sz="1300" dirty="0"/>
          </a:p>
        </p:txBody>
      </p:sp>
      <p:sp>
        <p:nvSpPr>
          <p:cNvPr id="30" name="Shape 28"/>
          <p:cNvSpPr/>
          <p:nvPr/>
        </p:nvSpPr>
        <p:spPr>
          <a:xfrm>
            <a:off x="3722000" y="2818311"/>
            <a:ext cx="54080" cy="0"/>
          </a:xfrm>
          <a:prstGeom prst="line">
            <a:avLst/>
          </a:prstGeom>
          <a:noFill/>
          <a:ln w="15240">
            <a:solidFill>
              <a:srgbClr val="202A26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3246120" y="2699439"/>
            <a:ext cx="38404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dirty="0">
                <a:solidFill>
                  <a:srgbClr val="4E5C55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2</a:t>
            </a:r>
            <a:endParaRPr lang="en-US" sz="1300" dirty="0"/>
          </a:p>
        </p:txBody>
      </p:sp>
      <p:sp>
        <p:nvSpPr>
          <p:cNvPr id="32" name="Shape 30"/>
          <p:cNvSpPr/>
          <p:nvPr/>
        </p:nvSpPr>
        <p:spPr>
          <a:xfrm>
            <a:off x="3722000" y="2367643"/>
            <a:ext cx="54080" cy="0"/>
          </a:xfrm>
          <a:prstGeom prst="line">
            <a:avLst/>
          </a:prstGeom>
          <a:noFill/>
          <a:ln w="15240">
            <a:solidFill>
              <a:srgbClr val="202A26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3246120" y="2248771"/>
            <a:ext cx="38404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dirty="0">
                <a:solidFill>
                  <a:srgbClr val="4E5C55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4</a:t>
            </a:r>
            <a:endParaRPr lang="en-US" sz="1300" dirty="0"/>
          </a:p>
        </p:txBody>
      </p:sp>
      <p:sp>
        <p:nvSpPr>
          <p:cNvPr id="34" name="Shape 32"/>
          <p:cNvSpPr/>
          <p:nvPr/>
        </p:nvSpPr>
        <p:spPr>
          <a:xfrm>
            <a:off x="3722000" y="1916974"/>
            <a:ext cx="54080" cy="0"/>
          </a:xfrm>
          <a:prstGeom prst="line">
            <a:avLst/>
          </a:prstGeom>
          <a:noFill/>
          <a:ln w="15240">
            <a:solidFill>
              <a:srgbClr val="202A26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3246120" y="1798102"/>
            <a:ext cx="38404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dirty="0">
                <a:solidFill>
                  <a:srgbClr val="4E5C55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6</a:t>
            </a:r>
            <a:endParaRPr lang="en-US" sz="1300" dirty="0"/>
          </a:p>
        </p:txBody>
      </p:sp>
      <p:sp>
        <p:nvSpPr>
          <p:cNvPr id="36" name="Shape 34"/>
          <p:cNvSpPr/>
          <p:nvPr/>
        </p:nvSpPr>
        <p:spPr>
          <a:xfrm flipV="1">
            <a:off x="4135327" y="4733435"/>
            <a:ext cx="29776" cy="112885"/>
          </a:xfrm>
          <a:prstGeom prst="line">
            <a:avLst/>
          </a:prstGeom>
          <a:noFill/>
          <a:ln w="33020">
            <a:solidFill>
              <a:srgbClr val="5E8574"/>
            </a:solidFill>
            <a:prstDash val="solid"/>
          </a:ln>
        </p:spPr>
      </p:sp>
      <p:sp>
        <p:nvSpPr>
          <p:cNvPr id="37" name="Shape 35"/>
          <p:cNvSpPr/>
          <p:nvPr/>
        </p:nvSpPr>
        <p:spPr>
          <a:xfrm flipV="1">
            <a:off x="4165104" y="4635628"/>
            <a:ext cx="29776" cy="97807"/>
          </a:xfrm>
          <a:prstGeom prst="line">
            <a:avLst/>
          </a:prstGeom>
          <a:noFill/>
          <a:ln w="33020">
            <a:solidFill>
              <a:srgbClr val="5E8574"/>
            </a:solidFill>
            <a:prstDash val="solid"/>
          </a:ln>
        </p:spPr>
      </p:sp>
      <p:sp>
        <p:nvSpPr>
          <p:cNvPr id="38" name="Shape 36"/>
          <p:cNvSpPr/>
          <p:nvPr/>
        </p:nvSpPr>
        <p:spPr>
          <a:xfrm flipV="1">
            <a:off x="4194880" y="4550068"/>
            <a:ext cx="29776" cy="85560"/>
          </a:xfrm>
          <a:prstGeom prst="line">
            <a:avLst/>
          </a:prstGeom>
          <a:noFill/>
          <a:ln w="33020">
            <a:solidFill>
              <a:srgbClr val="5E8574"/>
            </a:solidFill>
            <a:prstDash val="solid"/>
          </a:ln>
        </p:spPr>
      </p:sp>
      <p:sp>
        <p:nvSpPr>
          <p:cNvPr id="39" name="Shape 37"/>
          <p:cNvSpPr/>
          <p:nvPr/>
        </p:nvSpPr>
        <p:spPr>
          <a:xfrm flipV="1">
            <a:off x="4224656" y="4474590"/>
            <a:ext cx="29776" cy="75478"/>
          </a:xfrm>
          <a:prstGeom prst="line">
            <a:avLst/>
          </a:prstGeom>
          <a:noFill/>
          <a:ln w="33020">
            <a:solidFill>
              <a:srgbClr val="5E8574"/>
            </a:solidFill>
            <a:prstDash val="solid"/>
          </a:ln>
        </p:spPr>
      </p:sp>
      <p:sp>
        <p:nvSpPr>
          <p:cNvPr id="40" name="Shape 38"/>
          <p:cNvSpPr/>
          <p:nvPr/>
        </p:nvSpPr>
        <p:spPr>
          <a:xfrm flipV="1">
            <a:off x="4254433" y="4407511"/>
            <a:ext cx="29776" cy="67079"/>
          </a:xfrm>
          <a:prstGeom prst="line">
            <a:avLst/>
          </a:prstGeom>
          <a:noFill/>
          <a:ln w="33020">
            <a:solidFill>
              <a:srgbClr val="5E8574"/>
            </a:solidFill>
            <a:prstDash val="solid"/>
          </a:ln>
        </p:spPr>
      </p:sp>
      <p:sp>
        <p:nvSpPr>
          <p:cNvPr id="41" name="Shape 39"/>
          <p:cNvSpPr/>
          <p:nvPr/>
        </p:nvSpPr>
        <p:spPr>
          <a:xfrm flipV="1">
            <a:off x="4284209" y="4347503"/>
            <a:ext cx="29776" cy="60008"/>
          </a:xfrm>
          <a:prstGeom prst="line">
            <a:avLst/>
          </a:prstGeom>
          <a:noFill/>
          <a:ln w="33020">
            <a:solidFill>
              <a:srgbClr val="5E8574"/>
            </a:solidFill>
            <a:prstDash val="solid"/>
          </a:ln>
        </p:spPr>
      </p:sp>
      <p:sp>
        <p:nvSpPr>
          <p:cNvPr id="42" name="Shape 40"/>
          <p:cNvSpPr/>
          <p:nvPr/>
        </p:nvSpPr>
        <p:spPr>
          <a:xfrm flipV="1">
            <a:off x="4313985" y="4293504"/>
            <a:ext cx="29776" cy="53999"/>
          </a:xfrm>
          <a:prstGeom prst="line">
            <a:avLst/>
          </a:prstGeom>
          <a:noFill/>
          <a:ln w="33020">
            <a:solidFill>
              <a:srgbClr val="5E8574"/>
            </a:solidFill>
            <a:prstDash val="solid"/>
          </a:ln>
        </p:spPr>
      </p:sp>
      <p:sp>
        <p:nvSpPr>
          <p:cNvPr id="43" name="Shape 41"/>
          <p:cNvSpPr/>
          <p:nvPr/>
        </p:nvSpPr>
        <p:spPr>
          <a:xfrm flipV="1">
            <a:off x="4343762" y="4244654"/>
            <a:ext cx="29776" cy="48850"/>
          </a:xfrm>
          <a:prstGeom prst="line">
            <a:avLst/>
          </a:prstGeom>
          <a:noFill/>
          <a:ln w="33020">
            <a:solidFill>
              <a:srgbClr val="5E8574"/>
            </a:solidFill>
            <a:prstDash val="solid"/>
          </a:ln>
        </p:spPr>
      </p:sp>
      <p:sp>
        <p:nvSpPr>
          <p:cNvPr id="44" name="Shape 42"/>
          <p:cNvSpPr/>
          <p:nvPr/>
        </p:nvSpPr>
        <p:spPr>
          <a:xfrm flipV="1">
            <a:off x="4373538" y="4200251"/>
            <a:ext cx="29776" cy="44403"/>
          </a:xfrm>
          <a:prstGeom prst="line">
            <a:avLst/>
          </a:prstGeom>
          <a:noFill/>
          <a:ln w="33020">
            <a:solidFill>
              <a:srgbClr val="5E8574"/>
            </a:solidFill>
            <a:prstDash val="solid"/>
          </a:ln>
        </p:spPr>
      </p:sp>
      <p:sp>
        <p:nvSpPr>
          <p:cNvPr id="45" name="Shape 43"/>
          <p:cNvSpPr/>
          <p:nvPr/>
        </p:nvSpPr>
        <p:spPr>
          <a:xfrm flipV="1">
            <a:off x="4403314" y="4159713"/>
            <a:ext cx="29776" cy="40538"/>
          </a:xfrm>
          <a:prstGeom prst="line">
            <a:avLst/>
          </a:prstGeom>
          <a:noFill/>
          <a:ln w="33020">
            <a:solidFill>
              <a:srgbClr val="5E8574"/>
            </a:solidFill>
            <a:prstDash val="solid"/>
          </a:ln>
        </p:spPr>
      </p:sp>
      <p:sp>
        <p:nvSpPr>
          <p:cNvPr id="46" name="Shape 44"/>
          <p:cNvSpPr/>
          <p:nvPr/>
        </p:nvSpPr>
        <p:spPr>
          <a:xfrm flipV="1">
            <a:off x="4433091" y="4122557"/>
            <a:ext cx="29776" cy="37156"/>
          </a:xfrm>
          <a:prstGeom prst="line">
            <a:avLst/>
          </a:prstGeom>
          <a:noFill/>
          <a:ln w="33020">
            <a:solidFill>
              <a:srgbClr val="5E8574"/>
            </a:solidFill>
            <a:prstDash val="solid"/>
          </a:ln>
        </p:spPr>
      </p:sp>
      <p:sp>
        <p:nvSpPr>
          <p:cNvPr id="47" name="Shape 45"/>
          <p:cNvSpPr/>
          <p:nvPr/>
        </p:nvSpPr>
        <p:spPr>
          <a:xfrm flipV="1">
            <a:off x="4462867" y="4088377"/>
            <a:ext cx="29776" cy="34180"/>
          </a:xfrm>
          <a:prstGeom prst="line">
            <a:avLst/>
          </a:prstGeom>
          <a:noFill/>
          <a:ln w="33020">
            <a:solidFill>
              <a:srgbClr val="5E8574"/>
            </a:solidFill>
            <a:prstDash val="solid"/>
          </a:ln>
        </p:spPr>
      </p:sp>
      <p:sp>
        <p:nvSpPr>
          <p:cNvPr id="48" name="Shape 46"/>
          <p:cNvSpPr/>
          <p:nvPr/>
        </p:nvSpPr>
        <p:spPr>
          <a:xfrm flipV="1">
            <a:off x="4492643" y="4056829"/>
            <a:ext cx="29776" cy="31548"/>
          </a:xfrm>
          <a:prstGeom prst="line">
            <a:avLst/>
          </a:prstGeom>
          <a:noFill/>
          <a:ln w="33020">
            <a:solidFill>
              <a:srgbClr val="5E8574"/>
            </a:solidFill>
            <a:prstDash val="solid"/>
          </a:ln>
        </p:spPr>
      </p:sp>
      <p:sp>
        <p:nvSpPr>
          <p:cNvPr id="49" name="Shape 47"/>
          <p:cNvSpPr/>
          <p:nvPr/>
        </p:nvSpPr>
        <p:spPr>
          <a:xfrm flipV="1">
            <a:off x="4522419" y="4027620"/>
            <a:ext cx="29776" cy="29209"/>
          </a:xfrm>
          <a:prstGeom prst="line">
            <a:avLst/>
          </a:prstGeom>
          <a:noFill/>
          <a:ln w="33020">
            <a:solidFill>
              <a:srgbClr val="5E8574"/>
            </a:solidFill>
            <a:prstDash val="solid"/>
          </a:ln>
        </p:spPr>
      </p:sp>
      <p:sp>
        <p:nvSpPr>
          <p:cNvPr id="50" name="Shape 48"/>
          <p:cNvSpPr/>
          <p:nvPr/>
        </p:nvSpPr>
        <p:spPr>
          <a:xfrm flipV="1">
            <a:off x="4552196" y="4000500"/>
            <a:ext cx="29776" cy="27120"/>
          </a:xfrm>
          <a:prstGeom prst="line">
            <a:avLst/>
          </a:prstGeom>
          <a:noFill/>
          <a:ln w="33020">
            <a:solidFill>
              <a:srgbClr val="5E8574"/>
            </a:solidFill>
            <a:prstDash val="solid"/>
          </a:ln>
        </p:spPr>
      </p:sp>
      <p:sp>
        <p:nvSpPr>
          <p:cNvPr id="51" name="Shape 49"/>
          <p:cNvSpPr/>
          <p:nvPr/>
        </p:nvSpPr>
        <p:spPr>
          <a:xfrm flipV="1">
            <a:off x="4581972" y="3975252"/>
            <a:ext cx="29776" cy="25248"/>
          </a:xfrm>
          <a:prstGeom prst="line">
            <a:avLst/>
          </a:prstGeom>
          <a:noFill/>
          <a:ln w="33020">
            <a:solidFill>
              <a:srgbClr val="5E8574"/>
            </a:solidFill>
            <a:prstDash val="solid"/>
          </a:ln>
        </p:spPr>
      </p:sp>
      <p:sp>
        <p:nvSpPr>
          <p:cNvPr id="52" name="Shape 50"/>
          <p:cNvSpPr/>
          <p:nvPr/>
        </p:nvSpPr>
        <p:spPr>
          <a:xfrm flipV="1">
            <a:off x="4611748" y="3951688"/>
            <a:ext cx="29776" cy="23564"/>
          </a:xfrm>
          <a:prstGeom prst="line">
            <a:avLst/>
          </a:prstGeom>
          <a:noFill/>
          <a:ln w="33020">
            <a:solidFill>
              <a:srgbClr val="5E8574"/>
            </a:solidFill>
            <a:prstDash val="solid"/>
          </a:ln>
        </p:spPr>
      </p:sp>
      <p:sp>
        <p:nvSpPr>
          <p:cNvPr id="53" name="Shape 51"/>
          <p:cNvSpPr/>
          <p:nvPr/>
        </p:nvSpPr>
        <p:spPr>
          <a:xfrm flipV="1">
            <a:off x="4641525" y="3929646"/>
            <a:ext cx="29776" cy="22042"/>
          </a:xfrm>
          <a:prstGeom prst="line">
            <a:avLst/>
          </a:prstGeom>
          <a:noFill/>
          <a:ln w="33020">
            <a:solidFill>
              <a:srgbClr val="5E8574"/>
            </a:solidFill>
            <a:prstDash val="solid"/>
          </a:ln>
        </p:spPr>
      </p:sp>
      <p:sp>
        <p:nvSpPr>
          <p:cNvPr id="54" name="Shape 52"/>
          <p:cNvSpPr/>
          <p:nvPr/>
        </p:nvSpPr>
        <p:spPr>
          <a:xfrm flipV="1">
            <a:off x="4671301" y="3908983"/>
            <a:ext cx="29776" cy="20663"/>
          </a:xfrm>
          <a:prstGeom prst="line">
            <a:avLst/>
          </a:prstGeom>
          <a:noFill/>
          <a:ln w="33020">
            <a:solidFill>
              <a:srgbClr val="5E8574"/>
            </a:solidFill>
            <a:prstDash val="solid"/>
          </a:ln>
        </p:spPr>
      </p:sp>
      <p:sp>
        <p:nvSpPr>
          <p:cNvPr id="55" name="Shape 53"/>
          <p:cNvSpPr/>
          <p:nvPr/>
        </p:nvSpPr>
        <p:spPr>
          <a:xfrm flipV="1">
            <a:off x="4701077" y="3889573"/>
            <a:ext cx="29776" cy="19410"/>
          </a:xfrm>
          <a:prstGeom prst="line">
            <a:avLst/>
          </a:prstGeom>
          <a:noFill/>
          <a:ln w="33020">
            <a:solidFill>
              <a:srgbClr val="5E8574"/>
            </a:solidFill>
            <a:prstDash val="solid"/>
          </a:ln>
        </p:spPr>
      </p:sp>
      <p:sp>
        <p:nvSpPr>
          <p:cNvPr id="56" name="Shape 54"/>
          <p:cNvSpPr/>
          <p:nvPr/>
        </p:nvSpPr>
        <p:spPr>
          <a:xfrm flipV="1">
            <a:off x="4730854" y="3871306"/>
            <a:ext cx="29776" cy="18267"/>
          </a:xfrm>
          <a:prstGeom prst="line">
            <a:avLst/>
          </a:prstGeom>
          <a:noFill/>
          <a:ln w="33020">
            <a:solidFill>
              <a:srgbClr val="5E8574"/>
            </a:solidFill>
            <a:prstDash val="solid"/>
          </a:ln>
        </p:spPr>
      </p:sp>
      <p:sp>
        <p:nvSpPr>
          <p:cNvPr id="57" name="Shape 55"/>
          <p:cNvSpPr/>
          <p:nvPr/>
        </p:nvSpPr>
        <p:spPr>
          <a:xfrm flipV="1">
            <a:off x="4760630" y="3854083"/>
            <a:ext cx="29776" cy="17223"/>
          </a:xfrm>
          <a:prstGeom prst="line">
            <a:avLst/>
          </a:prstGeom>
          <a:noFill/>
          <a:ln w="33020">
            <a:solidFill>
              <a:srgbClr val="5E8574"/>
            </a:solidFill>
            <a:prstDash val="solid"/>
          </a:ln>
        </p:spPr>
      </p:sp>
      <p:sp>
        <p:nvSpPr>
          <p:cNvPr id="58" name="Shape 56"/>
          <p:cNvSpPr/>
          <p:nvPr/>
        </p:nvSpPr>
        <p:spPr>
          <a:xfrm flipV="1">
            <a:off x="4790406" y="3837818"/>
            <a:ext cx="29776" cy="16265"/>
          </a:xfrm>
          <a:prstGeom prst="line">
            <a:avLst/>
          </a:prstGeom>
          <a:noFill/>
          <a:ln w="33020">
            <a:solidFill>
              <a:srgbClr val="5E8574"/>
            </a:solidFill>
            <a:prstDash val="solid"/>
          </a:ln>
        </p:spPr>
      </p:sp>
      <p:sp>
        <p:nvSpPr>
          <p:cNvPr id="59" name="Shape 57"/>
          <p:cNvSpPr/>
          <p:nvPr/>
        </p:nvSpPr>
        <p:spPr>
          <a:xfrm flipV="1">
            <a:off x="4820183" y="3822433"/>
            <a:ext cx="29776" cy="15385"/>
          </a:xfrm>
          <a:prstGeom prst="line">
            <a:avLst/>
          </a:prstGeom>
          <a:noFill/>
          <a:ln w="33020">
            <a:solidFill>
              <a:srgbClr val="5E8574"/>
            </a:solidFill>
            <a:prstDash val="solid"/>
          </a:ln>
        </p:spPr>
      </p:sp>
      <p:sp>
        <p:nvSpPr>
          <p:cNvPr id="60" name="Shape 58"/>
          <p:cNvSpPr/>
          <p:nvPr/>
        </p:nvSpPr>
        <p:spPr>
          <a:xfrm flipV="1">
            <a:off x="4849959" y="3807858"/>
            <a:ext cx="29776" cy="14575"/>
          </a:xfrm>
          <a:prstGeom prst="line">
            <a:avLst/>
          </a:prstGeom>
          <a:noFill/>
          <a:ln w="33020">
            <a:solidFill>
              <a:srgbClr val="5E8574"/>
            </a:solidFill>
            <a:prstDash val="solid"/>
          </a:ln>
        </p:spPr>
      </p:sp>
      <p:sp>
        <p:nvSpPr>
          <p:cNvPr id="61" name="Shape 59"/>
          <p:cNvSpPr/>
          <p:nvPr/>
        </p:nvSpPr>
        <p:spPr>
          <a:xfrm flipV="1">
            <a:off x="4879735" y="3794031"/>
            <a:ext cx="29776" cy="13827"/>
          </a:xfrm>
          <a:prstGeom prst="line">
            <a:avLst/>
          </a:prstGeom>
          <a:noFill/>
          <a:ln w="33020">
            <a:solidFill>
              <a:srgbClr val="5E8574"/>
            </a:solidFill>
            <a:prstDash val="solid"/>
          </a:ln>
        </p:spPr>
      </p:sp>
      <p:sp>
        <p:nvSpPr>
          <p:cNvPr id="62" name="Shape 60"/>
          <p:cNvSpPr/>
          <p:nvPr/>
        </p:nvSpPr>
        <p:spPr>
          <a:xfrm flipV="1">
            <a:off x="4909512" y="3780896"/>
            <a:ext cx="29776" cy="13135"/>
          </a:xfrm>
          <a:prstGeom prst="line">
            <a:avLst/>
          </a:prstGeom>
          <a:noFill/>
          <a:ln w="33020">
            <a:solidFill>
              <a:srgbClr val="5E8574"/>
            </a:solidFill>
            <a:prstDash val="solid"/>
          </a:ln>
        </p:spPr>
      </p:sp>
      <p:sp>
        <p:nvSpPr>
          <p:cNvPr id="63" name="Shape 61"/>
          <p:cNvSpPr/>
          <p:nvPr/>
        </p:nvSpPr>
        <p:spPr>
          <a:xfrm flipV="1">
            <a:off x="4939288" y="3768402"/>
            <a:ext cx="29776" cy="12494"/>
          </a:xfrm>
          <a:prstGeom prst="line">
            <a:avLst/>
          </a:prstGeom>
          <a:noFill/>
          <a:ln w="33020">
            <a:solidFill>
              <a:srgbClr val="5E8574"/>
            </a:solidFill>
            <a:prstDash val="solid"/>
          </a:ln>
        </p:spPr>
      </p:sp>
      <p:sp>
        <p:nvSpPr>
          <p:cNvPr id="64" name="Shape 62"/>
          <p:cNvSpPr/>
          <p:nvPr/>
        </p:nvSpPr>
        <p:spPr>
          <a:xfrm flipV="1">
            <a:off x="4969064" y="3756503"/>
            <a:ext cx="29776" cy="11899"/>
          </a:xfrm>
          <a:prstGeom prst="line">
            <a:avLst/>
          </a:prstGeom>
          <a:noFill/>
          <a:ln w="33020">
            <a:solidFill>
              <a:srgbClr val="5E8574"/>
            </a:solidFill>
            <a:prstDash val="solid"/>
          </a:ln>
        </p:spPr>
      </p:sp>
      <p:sp>
        <p:nvSpPr>
          <p:cNvPr id="65" name="Shape 63"/>
          <p:cNvSpPr/>
          <p:nvPr/>
        </p:nvSpPr>
        <p:spPr>
          <a:xfrm flipV="1">
            <a:off x="4998841" y="3745158"/>
            <a:ext cx="29776" cy="11345"/>
          </a:xfrm>
          <a:prstGeom prst="line">
            <a:avLst/>
          </a:prstGeom>
          <a:noFill/>
          <a:ln w="33020">
            <a:solidFill>
              <a:srgbClr val="5E8574"/>
            </a:solidFill>
            <a:prstDash val="solid"/>
          </a:ln>
        </p:spPr>
      </p:sp>
      <p:sp>
        <p:nvSpPr>
          <p:cNvPr id="66" name="Shape 64"/>
          <p:cNvSpPr/>
          <p:nvPr/>
        </p:nvSpPr>
        <p:spPr>
          <a:xfrm flipV="1">
            <a:off x="5028617" y="3734329"/>
            <a:ext cx="29776" cy="10829"/>
          </a:xfrm>
          <a:prstGeom prst="line">
            <a:avLst/>
          </a:prstGeom>
          <a:noFill/>
          <a:ln w="33020">
            <a:solidFill>
              <a:srgbClr val="5E8574"/>
            </a:solidFill>
            <a:prstDash val="solid"/>
          </a:ln>
        </p:spPr>
      </p:sp>
      <p:sp>
        <p:nvSpPr>
          <p:cNvPr id="67" name="Shape 65"/>
          <p:cNvSpPr/>
          <p:nvPr/>
        </p:nvSpPr>
        <p:spPr>
          <a:xfrm flipV="1">
            <a:off x="5058393" y="3723982"/>
            <a:ext cx="29776" cy="10347"/>
          </a:xfrm>
          <a:prstGeom prst="line">
            <a:avLst/>
          </a:prstGeom>
          <a:noFill/>
          <a:ln w="33020">
            <a:solidFill>
              <a:srgbClr val="5E8574"/>
            </a:solidFill>
            <a:prstDash val="solid"/>
          </a:ln>
        </p:spPr>
      </p:sp>
      <p:sp>
        <p:nvSpPr>
          <p:cNvPr id="68" name="Shape 66"/>
          <p:cNvSpPr/>
          <p:nvPr/>
        </p:nvSpPr>
        <p:spPr>
          <a:xfrm flipV="1">
            <a:off x="5088169" y="3714085"/>
            <a:ext cx="29776" cy="9897"/>
          </a:xfrm>
          <a:prstGeom prst="line">
            <a:avLst/>
          </a:prstGeom>
          <a:noFill/>
          <a:ln w="33020">
            <a:solidFill>
              <a:srgbClr val="5E8574"/>
            </a:solidFill>
            <a:prstDash val="solid"/>
          </a:ln>
        </p:spPr>
      </p:sp>
      <p:sp>
        <p:nvSpPr>
          <p:cNvPr id="69" name="Shape 67"/>
          <p:cNvSpPr/>
          <p:nvPr/>
        </p:nvSpPr>
        <p:spPr>
          <a:xfrm flipV="1">
            <a:off x="5117946" y="3704609"/>
            <a:ext cx="29776" cy="9476"/>
          </a:xfrm>
          <a:prstGeom prst="line">
            <a:avLst/>
          </a:prstGeom>
          <a:noFill/>
          <a:ln w="33020">
            <a:solidFill>
              <a:srgbClr val="5E8574"/>
            </a:solidFill>
            <a:prstDash val="solid"/>
          </a:ln>
        </p:spPr>
      </p:sp>
      <p:sp>
        <p:nvSpPr>
          <p:cNvPr id="70" name="Shape 68"/>
          <p:cNvSpPr/>
          <p:nvPr/>
        </p:nvSpPr>
        <p:spPr>
          <a:xfrm flipV="1">
            <a:off x="5147722" y="3695528"/>
            <a:ext cx="29776" cy="9081"/>
          </a:xfrm>
          <a:prstGeom prst="line">
            <a:avLst/>
          </a:prstGeom>
          <a:noFill/>
          <a:ln w="33020">
            <a:solidFill>
              <a:srgbClr val="5E8574"/>
            </a:solidFill>
            <a:prstDash val="solid"/>
          </a:ln>
        </p:spPr>
      </p:sp>
      <p:sp>
        <p:nvSpPr>
          <p:cNvPr id="71" name="Shape 69"/>
          <p:cNvSpPr/>
          <p:nvPr/>
        </p:nvSpPr>
        <p:spPr>
          <a:xfrm flipV="1">
            <a:off x="5177498" y="3686818"/>
            <a:ext cx="29776" cy="8710"/>
          </a:xfrm>
          <a:prstGeom prst="line">
            <a:avLst/>
          </a:prstGeom>
          <a:noFill/>
          <a:ln w="33020">
            <a:solidFill>
              <a:srgbClr val="5E8574"/>
            </a:solidFill>
            <a:prstDash val="solid"/>
          </a:ln>
        </p:spPr>
      </p:sp>
      <p:sp>
        <p:nvSpPr>
          <p:cNvPr id="72" name="Shape 70"/>
          <p:cNvSpPr/>
          <p:nvPr/>
        </p:nvSpPr>
        <p:spPr>
          <a:xfrm flipV="1">
            <a:off x="5207275" y="3678457"/>
            <a:ext cx="29776" cy="8361"/>
          </a:xfrm>
          <a:prstGeom prst="line">
            <a:avLst/>
          </a:prstGeom>
          <a:noFill/>
          <a:ln w="33020">
            <a:solidFill>
              <a:srgbClr val="5E8574"/>
            </a:solidFill>
            <a:prstDash val="solid"/>
          </a:ln>
        </p:spPr>
      </p:sp>
      <p:sp>
        <p:nvSpPr>
          <p:cNvPr id="73" name="Shape 71"/>
          <p:cNvSpPr/>
          <p:nvPr/>
        </p:nvSpPr>
        <p:spPr>
          <a:xfrm flipV="1">
            <a:off x="5237051" y="3670424"/>
            <a:ext cx="29776" cy="8033"/>
          </a:xfrm>
          <a:prstGeom prst="line">
            <a:avLst/>
          </a:prstGeom>
          <a:noFill/>
          <a:ln w="33020">
            <a:solidFill>
              <a:srgbClr val="5E8574"/>
            </a:solidFill>
            <a:prstDash val="solid"/>
          </a:ln>
        </p:spPr>
      </p:sp>
      <p:sp>
        <p:nvSpPr>
          <p:cNvPr id="74" name="Shape 72"/>
          <p:cNvSpPr/>
          <p:nvPr/>
        </p:nvSpPr>
        <p:spPr>
          <a:xfrm flipV="1">
            <a:off x="5266827" y="3662700"/>
            <a:ext cx="29776" cy="7724"/>
          </a:xfrm>
          <a:prstGeom prst="line">
            <a:avLst/>
          </a:prstGeom>
          <a:noFill/>
          <a:ln w="33020">
            <a:solidFill>
              <a:srgbClr val="5E8574"/>
            </a:solidFill>
            <a:prstDash val="solid"/>
          </a:ln>
        </p:spPr>
      </p:sp>
      <p:sp>
        <p:nvSpPr>
          <p:cNvPr id="75" name="Shape 73"/>
          <p:cNvSpPr/>
          <p:nvPr/>
        </p:nvSpPr>
        <p:spPr>
          <a:xfrm flipV="1">
            <a:off x="5296604" y="3655267"/>
            <a:ext cx="29776" cy="7432"/>
          </a:xfrm>
          <a:prstGeom prst="line">
            <a:avLst/>
          </a:prstGeom>
          <a:noFill/>
          <a:ln w="33020">
            <a:solidFill>
              <a:srgbClr val="5E8574"/>
            </a:solidFill>
            <a:prstDash val="solid"/>
          </a:ln>
        </p:spPr>
      </p:sp>
      <p:sp>
        <p:nvSpPr>
          <p:cNvPr id="76" name="Shape 74"/>
          <p:cNvSpPr/>
          <p:nvPr/>
        </p:nvSpPr>
        <p:spPr>
          <a:xfrm flipV="1">
            <a:off x="2171700" y="2875260"/>
            <a:ext cx="29776" cy="7432"/>
          </a:xfrm>
          <a:prstGeom prst="line">
            <a:avLst/>
          </a:prstGeom>
          <a:noFill/>
          <a:ln w="33020">
            <a:solidFill>
              <a:srgbClr val="5E8574"/>
            </a:solidFill>
            <a:prstDash val="solid"/>
          </a:ln>
        </p:spPr>
      </p:sp>
      <p:sp>
        <p:nvSpPr>
          <p:cNvPr id="77" name="Shape 75"/>
          <p:cNvSpPr/>
          <p:nvPr/>
        </p:nvSpPr>
        <p:spPr>
          <a:xfrm flipV="1">
            <a:off x="2201476" y="2867536"/>
            <a:ext cx="29776" cy="7724"/>
          </a:xfrm>
          <a:prstGeom prst="line">
            <a:avLst/>
          </a:prstGeom>
          <a:noFill/>
          <a:ln w="33020">
            <a:solidFill>
              <a:srgbClr val="5E8574"/>
            </a:solidFill>
            <a:prstDash val="solid"/>
          </a:ln>
        </p:spPr>
      </p:sp>
      <p:sp>
        <p:nvSpPr>
          <p:cNvPr id="78" name="Shape 76"/>
          <p:cNvSpPr/>
          <p:nvPr/>
        </p:nvSpPr>
        <p:spPr>
          <a:xfrm flipV="1">
            <a:off x="2231253" y="2859503"/>
            <a:ext cx="29776" cy="8033"/>
          </a:xfrm>
          <a:prstGeom prst="line">
            <a:avLst/>
          </a:prstGeom>
          <a:noFill/>
          <a:ln w="33020">
            <a:solidFill>
              <a:srgbClr val="5E8574"/>
            </a:solidFill>
            <a:prstDash val="solid"/>
          </a:ln>
        </p:spPr>
      </p:sp>
      <p:sp>
        <p:nvSpPr>
          <p:cNvPr id="79" name="Shape 77"/>
          <p:cNvSpPr/>
          <p:nvPr/>
        </p:nvSpPr>
        <p:spPr>
          <a:xfrm flipV="1">
            <a:off x="2261029" y="2851142"/>
            <a:ext cx="29776" cy="8361"/>
          </a:xfrm>
          <a:prstGeom prst="line">
            <a:avLst/>
          </a:prstGeom>
          <a:noFill/>
          <a:ln w="33020">
            <a:solidFill>
              <a:srgbClr val="5E8574"/>
            </a:solidFill>
            <a:prstDash val="solid"/>
          </a:ln>
        </p:spPr>
      </p:sp>
      <p:sp>
        <p:nvSpPr>
          <p:cNvPr id="80" name="Shape 78"/>
          <p:cNvSpPr/>
          <p:nvPr/>
        </p:nvSpPr>
        <p:spPr>
          <a:xfrm flipV="1">
            <a:off x="2290805" y="2842432"/>
            <a:ext cx="29776" cy="8710"/>
          </a:xfrm>
          <a:prstGeom prst="line">
            <a:avLst/>
          </a:prstGeom>
          <a:noFill/>
          <a:ln w="33020">
            <a:solidFill>
              <a:srgbClr val="5E8574"/>
            </a:solidFill>
            <a:prstDash val="solid"/>
          </a:ln>
        </p:spPr>
      </p:sp>
      <p:sp>
        <p:nvSpPr>
          <p:cNvPr id="81" name="Shape 79"/>
          <p:cNvSpPr/>
          <p:nvPr/>
        </p:nvSpPr>
        <p:spPr>
          <a:xfrm flipV="1">
            <a:off x="2320582" y="2833351"/>
            <a:ext cx="29776" cy="9081"/>
          </a:xfrm>
          <a:prstGeom prst="line">
            <a:avLst/>
          </a:prstGeom>
          <a:noFill/>
          <a:ln w="33020">
            <a:solidFill>
              <a:srgbClr val="5E8574"/>
            </a:solidFill>
            <a:prstDash val="solid"/>
          </a:ln>
        </p:spPr>
      </p:sp>
      <p:sp>
        <p:nvSpPr>
          <p:cNvPr id="82" name="Shape 80"/>
          <p:cNvSpPr/>
          <p:nvPr/>
        </p:nvSpPr>
        <p:spPr>
          <a:xfrm flipV="1">
            <a:off x="2350358" y="2823875"/>
            <a:ext cx="29776" cy="9476"/>
          </a:xfrm>
          <a:prstGeom prst="line">
            <a:avLst/>
          </a:prstGeom>
          <a:noFill/>
          <a:ln w="33020">
            <a:solidFill>
              <a:srgbClr val="5E8574"/>
            </a:solidFill>
            <a:prstDash val="solid"/>
          </a:ln>
        </p:spPr>
      </p:sp>
      <p:sp>
        <p:nvSpPr>
          <p:cNvPr id="83" name="Shape 81"/>
          <p:cNvSpPr/>
          <p:nvPr/>
        </p:nvSpPr>
        <p:spPr>
          <a:xfrm flipV="1">
            <a:off x="2380134" y="2813978"/>
            <a:ext cx="29776" cy="9897"/>
          </a:xfrm>
          <a:prstGeom prst="line">
            <a:avLst/>
          </a:prstGeom>
          <a:noFill/>
          <a:ln w="33020">
            <a:solidFill>
              <a:srgbClr val="5E8574"/>
            </a:solidFill>
            <a:prstDash val="solid"/>
          </a:ln>
        </p:spPr>
      </p:sp>
      <p:sp>
        <p:nvSpPr>
          <p:cNvPr id="84" name="Shape 82"/>
          <p:cNvSpPr/>
          <p:nvPr/>
        </p:nvSpPr>
        <p:spPr>
          <a:xfrm flipV="1">
            <a:off x="2409911" y="2803631"/>
            <a:ext cx="29776" cy="10347"/>
          </a:xfrm>
          <a:prstGeom prst="line">
            <a:avLst/>
          </a:prstGeom>
          <a:noFill/>
          <a:ln w="33020">
            <a:solidFill>
              <a:srgbClr val="5E8574"/>
            </a:solidFill>
            <a:prstDash val="solid"/>
          </a:ln>
        </p:spPr>
      </p:sp>
      <p:sp>
        <p:nvSpPr>
          <p:cNvPr id="85" name="Shape 83"/>
          <p:cNvSpPr/>
          <p:nvPr/>
        </p:nvSpPr>
        <p:spPr>
          <a:xfrm flipV="1">
            <a:off x="2439687" y="2792802"/>
            <a:ext cx="29776" cy="10829"/>
          </a:xfrm>
          <a:prstGeom prst="line">
            <a:avLst/>
          </a:prstGeom>
          <a:noFill/>
          <a:ln w="33020">
            <a:solidFill>
              <a:srgbClr val="5E8574"/>
            </a:solidFill>
            <a:prstDash val="solid"/>
          </a:ln>
        </p:spPr>
      </p:sp>
      <p:sp>
        <p:nvSpPr>
          <p:cNvPr id="86" name="Shape 84"/>
          <p:cNvSpPr/>
          <p:nvPr/>
        </p:nvSpPr>
        <p:spPr>
          <a:xfrm flipV="1">
            <a:off x="2469463" y="2781457"/>
            <a:ext cx="29776" cy="11345"/>
          </a:xfrm>
          <a:prstGeom prst="line">
            <a:avLst/>
          </a:prstGeom>
          <a:noFill/>
          <a:ln w="33020">
            <a:solidFill>
              <a:srgbClr val="5E8574"/>
            </a:solidFill>
            <a:prstDash val="solid"/>
          </a:ln>
        </p:spPr>
      </p:sp>
      <p:sp>
        <p:nvSpPr>
          <p:cNvPr id="87" name="Shape 85"/>
          <p:cNvSpPr/>
          <p:nvPr/>
        </p:nvSpPr>
        <p:spPr>
          <a:xfrm flipV="1">
            <a:off x="2499239" y="2769558"/>
            <a:ext cx="29776" cy="11899"/>
          </a:xfrm>
          <a:prstGeom prst="line">
            <a:avLst/>
          </a:prstGeom>
          <a:noFill/>
          <a:ln w="33020">
            <a:solidFill>
              <a:srgbClr val="5E8574"/>
            </a:solidFill>
            <a:prstDash val="solid"/>
          </a:ln>
        </p:spPr>
      </p:sp>
      <p:sp>
        <p:nvSpPr>
          <p:cNvPr id="88" name="Shape 86"/>
          <p:cNvSpPr/>
          <p:nvPr/>
        </p:nvSpPr>
        <p:spPr>
          <a:xfrm flipV="1">
            <a:off x="2529016" y="2757064"/>
            <a:ext cx="29776" cy="12494"/>
          </a:xfrm>
          <a:prstGeom prst="line">
            <a:avLst/>
          </a:prstGeom>
          <a:noFill/>
          <a:ln w="33020">
            <a:solidFill>
              <a:srgbClr val="5E8574"/>
            </a:solidFill>
            <a:prstDash val="solid"/>
          </a:ln>
        </p:spPr>
      </p:sp>
      <p:sp>
        <p:nvSpPr>
          <p:cNvPr id="89" name="Shape 87"/>
          <p:cNvSpPr/>
          <p:nvPr/>
        </p:nvSpPr>
        <p:spPr>
          <a:xfrm flipV="1">
            <a:off x="2558792" y="2743929"/>
            <a:ext cx="29776" cy="13135"/>
          </a:xfrm>
          <a:prstGeom prst="line">
            <a:avLst/>
          </a:prstGeom>
          <a:noFill/>
          <a:ln w="33020">
            <a:solidFill>
              <a:srgbClr val="5E8574"/>
            </a:solidFill>
            <a:prstDash val="solid"/>
          </a:ln>
        </p:spPr>
      </p:sp>
      <p:sp>
        <p:nvSpPr>
          <p:cNvPr id="90" name="Shape 88"/>
          <p:cNvSpPr/>
          <p:nvPr/>
        </p:nvSpPr>
        <p:spPr>
          <a:xfrm flipV="1">
            <a:off x="2588568" y="2730102"/>
            <a:ext cx="29776" cy="13827"/>
          </a:xfrm>
          <a:prstGeom prst="line">
            <a:avLst/>
          </a:prstGeom>
          <a:noFill/>
          <a:ln w="33020">
            <a:solidFill>
              <a:srgbClr val="5E8574"/>
            </a:solidFill>
            <a:prstDash val="solid"/>
          </a:ln>
        </p:spPr>
      </p:sp>
      <p:sp>
        <p:nvSpPr>
          <p:cNvPr id="91" name="Shape 89"/>
          <p:cNvSpPr/>
          <p:nvPr/>
        </p:nvSpPr>
        <p:spPr>
          <a:xfrm flipV="1">
            <a:off x="2618345" y="2715527"/>
            <a:ext cx="29776" cy="14575"/>
          </a:xfrm>
          <a:prstGeom prst="line">
            <a:avLst/>
          </a:prstGeom>
          <a:noFill/>
          <a:ln w="33020">
            <a:solidFill>
              <a:srgbClr val="5E8574"/>
            </a:solidFill>
            <a:prstDash val="solid"/>
          </a:ln>
        </p:spPr>
      </p:sp>
      <p:sp>
        <p:nvSpPr>
          <p:cNvPr id="92" name="Shape 90"/>
          <p:cNvSpPr/>
          <p:nvPr/>
        </p:nvSpPr>
        <p:spPr>
          <a:xfrm flipV="1">
            <a:off x="2648121" y="2700142"/>
            <a:ext cx="29776" cy="15385"/>
          </a:xfrm>
          <a:prstGeom prst="line">
            <a:avLst/>
          </a:prstGeom>
          <a:noFill/>
          <a:ln w="33020">
            <a:solidFill>
              <a:srgbClr val="5E8574"/>
            </a:solidFill>
            <a:prstDash val="solid"/>
          </a:ln>
        </p:spPr>
      </p:sp>
      <p:sp>
        <p:nvSpPr>
          <p:cNvPr id="93" name="Shape 91"/>
          <p:cNvSpPr/>
          <p:nvPr/>
        </p:nvSpPr>
        <p:spPr>
          <a:xfrm flipV="1">
            <a:off x="2677897" y="2683877"/>
            <a:ext cx="29776" cy="16265"/>
          </a:xfrm>
          <a:prstGeom prst="line">
            <a:avLst/>
          </a:prstGeom>
          <a:noFill/>
          <a:ln w="33020">
            <a:solidFill>
              <a:srgbClr val="5E8574"/>
            </a:solidFill>
            <a:prstDash val="solid"/>
          </a:ln>
        </p:spPr>
      </p:sp>
      <p:sp>
        <p:nvSpPr>
          <p:cNvPr id="94" name="Shape 92"/>
          <p:cNvSpPr/>
          <p:nvPr/>
        </p:nvSpPr>
        <p:spPr>
          <a:xfrm flipV="1">
            <a:off x="2707674" y="2666654"/>
            <a:ext cx="29776" cy="17223"/>
          </a:xfrm>
          <a:prstGeom prst="line">
            <a:avLst/>
          </a:prstGeom>
          <a:noFill/>
          <a:ln w="33020">
            <a:solidFill>
              <a:srgbClr val="5E8574"/>
            </a:solidFill>
            <a:prstDash val="solid"/>
          </a:ln>
        </p:spPr>
      </p:sp>
      <p:sp>
        <p:nvSpPr>
          <p:cNvPr id="95" name="Shape 93"/>
          <p:cNvSpPr/>
          <p:nvPr/>
        </p:nvSpPr>
        <p:spPr>
          <a:xfrm flipV="1">
            <a:off x="2737450" y="2648387"/>
            <a:ext cx="29776" cy="18267"/>
          </a:xfrm>
          <a:prstGeom prst="line">
            <a:avLst/>
          </a:prstGeom>
          <a:noFill/>
          <a:ln w="33020">
            <a:solidFill>
              <a:srgbClr val="5E8574"/>
            </a:solidFill>
            <a:prstDash val="solid"/>
          </a:ln>
        </p:spPr>
      </p:sp>
      <p:sp>
        <p:nvSpPr>
          <p:cNvPr id="96" name="Shape 94"/>
          <p:cNvSpPr/>
          <p:nvPr/>
        </p:nvSpPr>
        <p:spPr>
          <a:xfrm flipV="1">
            <a:off x="2767226" y="2628977"/>
            <a:ext cx="29776" cy="19410"/>
          </a:xfrm>
          <a:prstGeom prst="line">
            <a:avLst/>
          </a:prstGeom>
          <a:noFill/>
          <a:ln w="33020">
            <a:solidFill>
              <a:srgbClr val="5E8574"/>
            </a:solidFill>
            <a:prstDash val="solid"/>
          </a:ln>
        </p:spPr>
      </p:sp>
      <p:sp>
        <p:nvSpPr>
          <p:cNvPr id="97" name="Shape 95"/>
          <p:cNvSpPr/>
          <p:nvPr/>
        </p:nvSpPr>
        <p:spPr>
          <a:xfrm flipV="1">
            <a:off x="2797003" y="2608314"/>
            <a:ext cx="29776" cy="20663"/>
          </a:xfrm>
          <a:prstGeom prst="line">
            <a:avLst/>
          </a:prstGeom>
          <a:noFill/>
          <a:ln w="33020">
            <a:solidFill>
              <a:srgbClr val="5E8574"/>
            </a:solidFill>
            <a:prstDash val="solid"/>
          </a:ln>
        </p:spPr>
      </p:sp>
      <p:sp>
        <p:nvSpPr>
          <p:cNvPr id="98" name="Shape 96"/>
          <p:cNvSpPr/>
          <p:nvPr/>
        </p:nvSpPr>
        <p:spPr>
          <a:xfrm flipV="1">
            <a:off x="2826779" y="2586272"/>
            <a:ext cx="29776" cy="22042"/>
          </a:xfrm>
          <a:prstGeom prst="line">
            <a:avLst/>
          </a:prstGeom>
          <a:noFill/>
          <a:ln w="33020">
            <a:solidFill>
              <a:srgbClr val="5E8574"/>
            </a:solidFill>
            <a:prstDash val="solid"/>
          </a:ln>
        </p:spPr>
      </p:sp>
      <p:sp>
        <p:nvSpPr>
          <p:cNvPr id="99" name="Shape 97"/>
          <p:cNvSpPr/>
          <p:nvPr/>
        </p:nvSpPr>
        <p:spPr>
          <a:xfrm flipV="1">
            <a:off x="2856555" y="2562708"/>
            <a:ext cx="29776" cy="23564"/>
          </a:xfrm>
          <a:prstGeom prst="line">
            <a:avLst/>
          </a:prstGeom>
          <a:noFill/>
          <a:ln w="33020">
            <a:solidFill>
              <a:srgbClr val="5E8574"/>
            </a:solidFill>
            <a:prstDash val="solid"/>
          </a:ln>
        </p:spPr>
      </p:sp>
      <p:sp>
        <p:nvSpPr>
          <p:cNvPr id="100" name="Shape 98"/>
          <p:cNvSpPr/>
          <p:nvPr/>
        </p:nvSpPr>
        <p:spPr>
          <a:xfrm flipV="1">
            <a:off x="2886332" y="2537460"/>
            <a:ext cx="29776" cy="25248"/>
          </a:xfrm>
          <a:prstGeom prst="line">
            <a:avLst/>
          </a:prstGeom>
          <a:noFill/>
          <a:ln w="33020">
            <a:solidFill>
              <a:srgbClr val="5E8574"/>
            </a:solidFill>
            <a:prstDash val="solid"/>
          </a:ln>
        </p:spPr>
      </p:sp>
      <p:sp>
        <p:nvSpPr>
          <p:cNvPr id="101" name="Shape 99"/>
          <p:cNvSpPr/>
          <p:nvPr/>
        </p:nvSpPr>
        <p:spPr>
          <a:xfrm flipV="1">
            <a:off x="2916108" y="2510340"/>
            <a:ext cx="29776" cy="27120"/>
          </a:xfrm>
          <a:prstGeom prst="line">
            <a:avLst/>
          </a:prstGeom>
          <a:noFill/>
          <a:ln w="33020">
            <a:solidFill>
              <a:srgbClr val="5E8574"/>
            </a:solidFill>
            <a:prstDash val="solid"/>
          </a:ln>
        </p:spPr>
      </p:sp>
      <p:sp>
        <p:nvSpPr>
          <p:cNvPr id="102" name="Shape 100"/>
          <p:cNvSpPr/>
          <p:nvPr/>
        </p:nvSpPr>
        <p:spPr>
          <a:xfrm flipV="1">
            <a:off x="2945884" y="2481131"/>
            <a:ext cx="29776" cy="29209"/>
          </a:xfrm>
          <a:prstGeom prst="line">
            <a:avLst/>
          </a:prstGeom>
          <a:noFill/>
          <a:ln w="33020">
            <a:solidFill>
              <a:srgbClr val="5E8574"/>
            </a:solidFill>
            <a:prstDash val="solid"/>
          </a:ln>
        </p:spPr>
      </p:sp>
      <p:sp>
        <p:nvSpPr>
          <p:cNvPr id="103" name="Shape 101"/>
          <p:cNvSpPr/>
          <p:nvPr/>
        </p:nvSpPr>
        <p:spPr>
          <a:xfrm flipV="1">
            <a:off x="2975661" y="2449583"/>
            <a:ext cx="29776" cy="31548"/>
          </a:xfrm>
          <a:prstGeom prst="line">
            <a:avLst/>
          </a:prstGeom>
          <a:noFill/>
          <a:ln w="33020">
            <a:solidFill>
              <a:srgbClr val="5E8574"/>
            </a:solidFill>
            <a:prstDash val="solid"/>
          </a:ln>
        </p:spPr>
      </p:sp>
      <p:sp>
        <p:nvSpPr>
          <p:cNvPr id="104" name="Shape 102"/>
          <p:cNvSpPr/>
          <p:nvPr/>
        </p:nvSpPr>
        <p:spPr>
          <a:xfrm flipV="1">
            <a:off x="3005437" y="2415403"/>
            <a:ext cx="29776" cy="34180"/>
          </a:xfrm>
          <a:prstGeom prst="line">
            <a:avLst/>
          </a:prstGeom>
          <a:noFill/>
          <a:ln w="33020">
            <a:solidFill>
              <a:srgbClr val="5E8574"/>
            </a:solidFill>
            <a:prstDash val="solid"/>
          </a:ln>
        </p:spPr>
      </p:sp>
      <p:sp>
        <p:nvSpPr>
          <p:cNvPr id="105" name="Shape 103"/>
          <p:cNvSpPr/>
          <p:nvPr/>
        </p:nvSpPr>
        <p:spPr>
          <a:xfrm flipV="1">
            <a:off x="3035213" y="2378247"/>
            <a:ext cx="29776" cy="37156"/>
          </a:xfrm>
          <a:prstGeom prst="line">
            <a:avLst/>
          </a:prstGeom>
          <a:noFill/>
          <a:ln w="33020">
            <a:solidFill>
              <a:srgbClr val="5E8574"/>
            </a:solidFill>
            <a:prstDash val="solid"/>
          </a:ln>
        </p:spPr>
      </p:sp>
      <p:sp>
        <p:nvSpPr>
          <p:cNvPr id="106" name="Shape 104"/>
          <p:cNvSpPr/>
          <p:nvPr/>
        </p:nvSpPr>
        <p:spPr>
          <a:xfrm flipV="1">
            <a:off x="3064989" y="2337709"/>
            <a:ext cx="29776" cy="40538"/>
          </a:xfrm>
          <a:prstGeom prst="line">
            <a:avLst/>
          </a:prstGeom>
          <a:noFill/>
          <a:ln w="33020">
            <a:solidFill>
              <a:srgbClr val="5E8574"/>
            </a:solidFill>
            <a:prstDash val="solid"/>
          </a:ln>
        </p:spPr>
      </p:sp>
      <p:sp>
        <p:nvSpPr>
          <p:cNvPr id="107" name="Shape 105"/>
          <p:cNvSpPr/>
          <p:nvPr/>
        </p:nvSpPr>
        <p:spPr>
          <a:xfrm flipV="1">
            <a:off x="3094766" y="2293306"/>
            <a:ext cx="29776" cy="44403"/>
          </a:xfrm>
          <a:prstGeom prst="line">
            <a:avLst/>
          </a:prstGeom>
          <a:noFill/>
          <a:ln w="33020">
            <a:solidFill>
              <a:srgbClr val="5E8574"/>
            </a:solidFill>
            <a:prstDash val="solid"/>
          </a:ln>
        </p:spPr>
      </p:sp>
      <p:sp>
        <p:nvSpPr>
          <p:cNvPr id="108" name="Shape 106"/>
          <p:cNvSpPr/>
          <p:nvPr/>
        </p:nvSpPr>
        <p:spPr>
          <a:xfrm flipV="1">
            <a:off x="3124542" y="2244456"/>
            <a:ext cx="29776" cy="48850"/>
          </a:xfrm>
          <a:prstGeom prst="line">
            <a:avLst/>
          </a:prstGeom>
          <a:noFill/>
          <a:ln w="33020">
            <a:solidFill>
              <a:srgbClr val="5E8574"/>
            </a:solidFill>
            <a:prstDash val="solid"/>
          </a:ln>
        </p:spPr>
      </p:sp>
      <p:sp>
        <p:nvSpPr>
          <p:cNvPr id="109" name="Shape 107"/>
          <p:cNvSpPr/>
          <p:nvPr/>
        </p:nvSpPr>
        <p:spPr>
          <a:xfrm flipV="1">
            <a:off x="3154318" y="2190457"/>
            <a:ext cx="29776" cy="53999"/>
          </a:xfrm>
          <a:prstGeom prst="line">
            <a:avLst/>
          </a:prstGeom>
          <a:noFill/>
          <a:ln w="33020">
            <a:solidFill>
              <a:srgbClr val="5E8574"/>
            </a:solidFill>
            <a:prstDash val="solid"/>
          </a:ln>
        </p:spPr>
      </p:sp>
      <p:sp>
        <p:nvSpPr>
          <p:cNvPr id="110" name="Shape 108"/>
          <p:cNvSpPr/>
          <p:nvPr/>
        </p:nvSpPr>
        <p:spPr>
          <a:xfrm flipV="1">
            <a:off x="3184095" y="2130449"/>
            <a:ext cx="29776" cy="60008"/>
          </a:xfrm>
          <a:prstGeom prst="line">
            <a:avLst/>
          </a:prstGeom>
          <a:noFill/>
          <a:ln w="33020">
            <a:solidFill>
              <a:srgbClr val="5E8574"/>
            </a:solidFill>
            <a:prstDash val="solid"/>
          </a:ln>
        </p:spPr>
      </p:sp>
      <p:sp>
        <p:nvSpPr>
          <p:cNvPr id="111" name="Shape 109"/>
          <p:cNvSpPr/>
          <p:nvPr/>
        </p:nvSpPr>
        <p:spPr>
          <a:xfrm flipV="1">
            <a:off x="3213871" y="2063370"/>
            <a:ext cx="29776" cy="67079"/>
          </a:xfrm>
          <a:prstGeom prst="line">
            <a:avLst/>
          </a:prstGeom>
          <a:noFill/>
          <a:ln w="33020">
            <a:solidFill>
              <a:srgbClr val="5E8574"/>
            </a:solidFill>
            <a:prstDash val="solid"/>
          </a:ln>
        </p:spPr>
      </p:sp>
      <p:sp>
        <p:nvSpPr>
          <p:cNvPr id="112" name="Shape 110"/>
          <p:cNvSpPr/>
          <p:nvPr/>
        </p:nvSpPr>
        <p:spPr>
          <a:xfrm flipV="1">
            <a:off x="3243647" y="1987892"/>
            <a:ext cx="29776" cy="75478"/>
          </a:xfrm>
          <a:prstGeom prst="line">
            <a:avLst/>
          </a:prstGeom>
          <a:noFill/>
          <a:ln w="33020">
            <a:solidFill>
              <a:srgbClr val="5E8574"/>
            </a:solidFill>
            <a:prstDash val="solid"/>
          </a:ln>
        </p:spPr>
      </p:sp>
      <p:sp>
        <p:nvSpPr>
          <p:cNvPr id="113" name="Shape 111"/>
          <p:cNvSpPr/>
          <p:nvPr/>
        </p:nvSpPr>
        <p:spPr>
          <a:xfrm flipV="1">
            <a:off x="3273424" y="1902332"/>
            <a:ext cx="29776" cy="85560"/>
          </a:xfrm>
          <a:prstGeom prst="line">
            <a:avLst/>
          </a:prstGeom>
          <a:noFill/>
          <a:ln w="33020">
            <a:solidFill>
              <a:srgbClr val="5E8574"/>
            </a:solidFill>
            <a:prstDash val="solid"/>
          </a:ln>
        </p:spPr>
      </p:sp>
      <p:sp>
        <p:nvSpPr>
          <p:cNvPr id="114" name="Shape 112"/>
          <p:cNvSpPr/>
          <p:nvPr/>
        </p:nvSpPr>
        <p:spPr>
          <a:xfrm flipV="1">
            <a:off x="3303200" y="1804525"/>
            <a:ext cx="29776" cy="97807"/>
          </a:xfrm>
          <a:prstGeom prst="line">
            <a:avLst/>
          </a:prstGeom>
          <a:noFill/>
          <a:ln w="33020">
            <a:solidFill>
              <a:srgbClr val="5E8574"/>
            </a:solidFill>
            <a:prstDash val="solid"/>
          </a:ln>
        </p:spPr>
      </p:sp>
      <p:sp>
        <p:nvSpPr>
          <p:cNvPr id="115" name="Shape 113"/>
          <p:cNvSpPr/>
          <p:nvPr/>
        </p:nvSpPr>
        <p:spPr>
          <a:xfrm flipV="1">
            <a:off x="3332976" y="1691640"/>
            <a:ext cx="29776" cy="112885"/>
          </a:xfrm>
          <a:prstGeom prst="line">
            <a:avLst/>
          </a:prstGeom>
          <a:noFill/>
          <a:ln w="33020">
            <a:solidFill>
              <a:srgbClr val="5E8574"/>
            </a:solidFill>
            <a:prstDash val="solid"/>
          </a:ln>
        </p:spPr>
      </p:sp>
      <p:sp>
        <p:nvSpPr>
          <p:cNvPr id="116" name="Shape 114"/>
          <p:cNvSpPr/>
          <p:nvPr/>
        </p:nvSpPr>
        <p:spPr>
          <a:xfrm>
            <a:off x="2323882" y="2745159"/>
            <a:ext cx="146304" cy="146304"/>
          </a:xfrm>
          <a:prstGeom prst="ellipse">
            <a:avLst/>
          </a:prstGeom>
          <a:solidFill>
            <a:srgbClr val="2E4A40"/>
          </a:solidFill>
          <a:ln w="20320">
            <a:solidFill>
              <a:srgbClr val="2E4A40"/>
            </a:solidFill>
            <a:prstDash val="solid"/>
          </a:ln>
        </p:spPr>
      </p:sp>
      <p:sp>
        <p:nvSpPr>
          <p:cNvPr id="117" name="Shape 115"/>
          <p:cNvSpPr/>
          <p:nvPr/>
        </p:nvSpPr>
        <p:spPr>
          <a:xfrm>
            <a:off x="2999885" y="2294491"/>
            <a:ext cx="146304" cy="146304"/>
          </a:xfrm>
          <a:prstGeom prst="ellipse">
            <a:avLst/>
          </a:prstGeom>
          <a:solidFill>
            <a:srgbClr val="2E4A40"/>
          </a:solidFill>
          <a:ln w="20320">
            <a:solidFill>
              <a:srgbClr val="2E4A40"/>
            </a:solidFill>
            <a:prstDash val="solid"/>
          </a:ln>
        </p:spPr>
      </p:sp>
      <p:sp>
        <p:nvSpPr>
          <p:cNvPr id="118" name="Shape 116"/>
          <p:cNvSpPr/>
          <p:nvPr/>
        </p:nvSpPr>
        <p:spPr>
          <a:xfrm>
            <a:off x="4351891" y="4097165"/>
            <a:ext cx="146304" cy="146304"/>
          </a:xfrm>
          <a:prstGeom prst="ellipse">
            <a:avLst/>
          </a:prstGeom>
          <a:solidFill>
            <a:srgbClr val="2E4A40"/>
          </a:solidFill>
          <a:ln w="20320">
            <a:solidFill>
              <a:srgbClr val="2E4A40"/>
            </a:solidFill>
            <a:prstDash val="solid"/>
          </a:ln>
        </p:spPr>
      </p:sp>
      <p:sp>
        <p:nvSpPr>
          <p:cNvPr id="119" name="Shape 117"/>
          <p:cNvSpPr/>
          <p:nvPr/>
        </p:nvSpPr>
        <p:spPr>
          <a:xfrm>
            <a:off x="5027894" y="3646497"/>
            <a:ext cx="146304" cy="146304"/>
          </a:xfrm>
          <a:prstGeom prst="ellipse">
            <a:avLst/>
          </a:prstGeom>
          <a:solidFill>
            <a:srgbClr val="2E4A40"/>
          </a:solidFill>
          <a:ln w="20320">
            <a:solidFill>
              <a:srgbClr val="2E4A40"/>
            </a:solidFill>
            <a:prstDash val="solid"/>
          </a:ln>
        </p:spPr>
      </p:sp>
      <p:sp>
        <p:nvSpPr>
          <p:cNvPr id="120" name="Text 118"/>
          <p:cNvSpPr/>
          <p:nvPr/>
        </p:nvSpPr>
        <p:spPr>
          <a:xfrm>
            <a:off x="548640" y="4892040"/>
            <a:ext cx="6400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100" b="1" dirty="0">
                <a:solidFill>
                  <a:srgbClr val="2E4A4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y ＝ −12/x：兩支都係越向右越高</a:t>
            </a:r>
            <a:endParaRPr lang="en-US" sz="2100" dirty="0"/>
          </a:p>
        </p:txBody>
      </p:sp>
      <p:sp>
        <p:nvSpPr>
          <p:cNvPr id="121" name="Text 119"/>
          <p:cNvSpPr/>
          <p:nvPr/>
        </p:nvSpPr>
        <p:spPr>
          <a:xfrm>
            <a:off x="7360920" y="1783080"/>
            <a:ext cx="4251960" cy="3474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35000"/>
              </a:lnSpc>
              <a:buNone/>
            </a:pPr>
            <a:r>
              <a:rPr lang="en-US" sz="2300" dirty="0">
                <a:solidFill>
                  <a:srgbClr val="202A26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k ＜ 0 嘅時候，</a:t>
            </a:r>
            <a:endParaRPr lang="en-US" sz="2300" dirty="0"/>
          </a:p>
          <a:p>
            <a:pPr algn="l" indent="0" marL="0">
              <a:lnSpc>
                <a:spcPct val="135000"/>
              </a:lnSpc>
              <a:buNone/>
            </a:pPr>
            <a:r>
              <a:rPr lang="en-US" sz="2300" dirty="0">
                <a:solidFill>
                  <a:srgbClr val="202A26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喺同一支上面</a:t>
            </a:r>
            <a:endParaRPr lang="en-US" sz="2300" dirty="0"/>
          </a:p>
          <a:p>
            <a:pPr algn="l" indent="0" marL="0">
              <a:lnSpc>
                <a:spcPct val="135000"/>
              </a:lnSpc>
              <a:buNone/>
            </a:pPr>
            <a:r>
              <a:rPr lang="en-US" sz="2300" dirty="0">
                <a:solidFill>
                  <a:srgbClr val="202A26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x 越大，</a:t>
            </a:r>
            <a:endParaRPr lang="en-US" sz="2300" dirty="0"/>
          </a:p>
          <a:p>
            <a:pPr algn="l" indent="0" marL="0">
              <a:lnSpc>
                <a:spcPct val="135000"/>
              </a:lnSpc>
              <a:buNone/>
            </a:pPr>
            <a:r>
              <a:rPr lang="en-US" sz="2300" dirty="0">
                <a:solidFill>
                  <a:srgbClr val="202A26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y 都跟住越大。</a:t>
            </a:r>
            <a:endParaRPr lang="en-US" sz="2300" dirty="0"/>
          </a:p>
          <a:p>
            <a:pPr algn="l" indent="0" marL="0">
              <a:lnSpc>
                <a:spcPct val="135000"/>
              </a:lnSpc>
              <a:buNone/>
            </a:pPr>
            <a:endParaRPr lang="en-US" sz="2300" dirty="0"/>
          </a:p>
          <a:p>
            <a:pPr algn="l" indent="0" marL="0">
              <a:lnSpc>
                <a:spcPct val="135000"/>
              </a:lnSpc>
              <a:buNone/>
            </a:pPr>
            <a:r>
              <a:rPr lang="en-US" sz="2300" dirty="0">
                <a:solidFill>
                  <a:srgbClr val="202A26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→ y 隨 x 增大而增大</a:t>
            </a:r>
            <a:endParaRPr lang="en-US" sz="23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1F4F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6437376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6B7A72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初三數學 · L3　增減性與中心對稱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11247120" y="6437376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6B7A72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7</a:t>
            </a:r>
            <a:endParaRPr lang="en-US" sz="1100" dirty="0"/>
          </a:p>
        </p:txBody>
      </p:sp>
      <p:sp>
        <p:nvSpPr>
          <p:cNvPr id="4" name="Shape 2"/>
          <p:cNvSpPr/>
          <p:nvPr/>
        </p:nvSpPr>
        <p:spPr>
          <a:xfrm>
            <a:off x="548640" y="475488"/>
            <a:ext cx="274320" cy="274320"/>
          </a:xfrm>
          <a:prstGeom prst="ellipse">
            <a:avLst/>
          </a:prstGeom>
          <a:solidFill>
            <a:srgbClr val="5E8574"/>
          </a:solidFill>
          <a:ln/>
        </p:spPr>
      </p:sp>
      <p:sp>
        <p:nvSpPr>
          <p:cNvPr id="5" name="Text 3"/>
          <p:cNvSpPr/>
          <p:nvPr/>
        </p:nvSpPr>
        <p:spPr>
          <a:xfrm>
            <a:off x="932688" y="347472"/>
            <a:ext cx="106984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2E4A4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兩種情況，一句記住</a:t>
            </a:r>
            <a:endParaRPr lang="en-US" sz="3200" dirty="0"/>
          </a:p>
        </p:txBody>
      </p:sp>
      <p:sp>
        <p:nvSpPr>
          <p:cNvPr id="6" name="Shape 4"/>
          <p:cNvSpPr/>
          <p:nvPr/>
        </p:nvSpPr>
        <p:spPr>
          <a:xfrm>
            <a:off x="548640" y="1508760"/>
            <a:ext cx="5349240" cy="3657600"/>
          </a:xfrm>
          <a:prstGeom prst="roundRect">
            <a:avLst>
              <a:gd name="adj" fmla="val 2500"/>
            </a:avLst>
          </a:prstGeom>
          <a:solidFill>
            <a:srgbClr val="FFFFFF"/>
          </a:solidFill>
          <a:ln w="12700">
            <a:solidFill>
              <a:srgbClr val="C4D3C8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548640" y="1508760"/>
            <a:ext cx="5349240" cy="603504"/>
          </a:xfrm>
          <a:prstGeom prst="roundRect">
            <a:avLst>
              <a:gd name="adj" fmla="val 15152"/>
            </a:avLst>
          </a:prstGeom>
          <a:solidFill>
            <a:srgbClr val="5E8574"/>
          </a:solidFill>
          <a:ln/>
        </p:spPr>
      </p:sp>
      <p:sp>
        <p:nvSpPr>
          <p:cNvPr id="8" name="Text 6"/>
          <p:cNvSpPr/>
          <p:nvPr/>
        </p:nvSpPr>
        <p:spPr>
          <a:xfrm>
            <a:off x="548640" y="1508760"/>
            <a:ext cx="534924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3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k ＞ 0</a:t>
            </a:r>
            <a:endParaRPr lang="en-US" sz="2300" dirty="0"/>
          </a:p>
        </p:txBody>
      </p:sp>
      <p:sp>
        <p:nvSpPr>
          <p:cNvPr id="9" name="Text 7"/>
          <p:cNvSpPr/>
          <p:nvPr/>
        </p:nvSpPr>
        <p:spPr>
          <a:xfrm>
            <a:off x="868680" y="2286000"/>
            <a:ext cx="4709160" cy="2651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30000"/>
              </a:lnSpc>
              <a:buNone/>
            </a:pPr>
            <a:r>
              <a:rPr lang="en-US" sz="2300" dirty="0">
                <a:solidFill>
                  <a:srgbClr val="202A26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例：y ＝ 12/x</a:t>
            </a:r>
            <a:endParaRPr lang="en-US" sz="2300" dirty="0"/>
          </a:p>
          <a:p>
            <a:pPr algn="l" indent="0" marL="0">
              <a:lnSpc>
                <a:spcPct val="130000"/>
              </a:lnSpc>
              <a:buNone/>
            </a:pPr>
            <a:endParaRPr lang="en-US" sz="2300" dirty="0"/>
          </a:p>
          <a:p>
            <a:pPr algn="l" indent="0" marL="0">
              <a:lnSpc>
                <a:spcPct val="130000"/>
              </a:lnSpc>
              <a:buNone/>
            </a:pPr>
            <a:r>
              <a:rPr lang="en-US" sz="2300" dirty="0">
                <a:solidFill>
                  <a:srgbClr val="202A26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第一、三象限</a:t>
            </a:r>
            <a:endParaRPr lang="en-US" sz="2300" dirty="0"/>
          </a:p>
          <a:p>
            <a:pPr algn="l" indent="0" marL="0">
              <a:lnSpc>
                <a:spcPct val="130000"/>
              </a:lnSpc>
              <a:buNone/>
            </a:pPr>
            <a:endParaRPr lang="en-US" sz="2300" dirty="0"/>
          </a:p>
          <a:p>
            <a:pPr algn="l" indent="0" marL="0">
              <a:lnSpc>
                <a:spcPct val="130000"/>
              </a:lnSpc>
              <a:buNone/>
            </a:pPr>
            <a:r>
              <a:rPr lang="en-US" sz="2300" dirty="0">
                <a:solidFill>
                  <a:srgbClr val="202A26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每一支上：</a:t>
            </a:r>
            <a:endParaRPr lang="en-US" sz="2300" dirty="0"/>
          </a:p>
          <a:p>
            <a:pPr algn="l" indent="0" marL="0">
              <a:lnSpc>
                <a:spcPct val="130000"/>
              </a:lnSpc>
              <a:buNone/>
            </a:pPr>
            <a:r>
              <a:rPr lang="en-US" sz="2300" dirty="0">
                <a:solidFill>
                  <a:srgbClr val="202A26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y 隨 x 增大而減小</a:t>
            </a:r>
            <a:endParaRPr lang="en-US" sz="2300" dirty="0"/>
          </a:p>
        </p:txBody>
      </p:sp>
      <p:sp>
        <p:nvSpPr>
          <p:cNvPr id="10" name="Shape 8"/>
          <p:cNvSpPr/>
          <p:nvPr/>
        </p:nvSpPr>
        <p:spPr>
          <a:xfrm>
            <a:off x="6263640" y="1508760"/>
            <a:ext cx="5349240" cy="3657600"/>
          </a:xfrm>
          <a:prstGeom prst="roundRect">
            <a:avLst>
              <a:gd name="adj" fmla="val 2500"/>
            </a:avLst>
          </a:prstGeom>
          <a:solidFill>
            <a:srgbClr val="FFFFFF"/>
          </a:solidFill>
          <a:ln w="12700">
            <a:solidFill>
              <a:srgbClr val="C4D3C8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6263640" y="1508760"/>
            <a:ext cx="5349240" cy="603504"/>
          </a:xfrm>
          <a:prstGeom prst="roundRect">
            <a:avLst>
              <a:gd name="adj" fmla="val 15152"/>
            </a:avLst>
          </a:prstGeom>
          <a:solidFill>
            <a:srgbClr val="5E8574"/>
          </a:solidFill>
          <a:ln/>
        </p:spPr>
      </p:sp>
      <p:sp>
        <p:nvSpPr>
          <p:cNvPr id="12" name="Text 10"/>
          <p:cNvSpPr/>
          <p:nvPr/>
        </p:nvSpPr>
        <p:spPr>
          <a:xfrm>
            <a:off x="6263640" y="1508760"/>
            <a:ext cx="534924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3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k ＜ 0</a:t>
            </a:r>
            <a:endParaRPr lang="en-US" sz="2300" dirty="0"/>
          </a:p>
        </p:txBody>
      </p:sp>
      <p:sp>
        <p:nvSpPr>
          <p:cNvPr id="13" name="Text 11"/>
          <p:cNvSpPr/>
          <p:nvPr/>
        </p:nvSpPr>
        <p:spPr>
          <a:xfrm>
            <a:off x="6583680" y="2286000"/>
            <a:ext cx="4709160" cy="2651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30000"/>
              </a:lnSpc>
              <a:buNone/>
            </a:pPr>
            <a:r>
              <a:rPr lang="en-US" sz="2300" dirty="0">
                <a:solidFill>
                  <a:srgbClr val="202A26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例：y ＝ −12/x</a:t>
            </a:r>
            <a:endParaRPr lang="en-US" sz="2300" dirty="0"/>
          </a:p>
          <a:p>
            <a:pPr algn="l" indent="0" marL="0">
              <a:lnSpc>
                <a:spcPct val="130000"/>
              </a:lnSpc>
              <a:buNone/>
            </a:pPr>
            <a:endParaRPr lang="en-US" sz="2300" dirty="0"/>
          </a:p>
          <a:p>
            <a:pPr algn="l" indent="0" marL="0">
              <a:lnSpc>
                <a:spcPct val="130000"/>
              </a:lnSpc>
              <a:buNone/>
            </a:pPr>
            <a:r>
              <a:rPr lang="en-US" sz="2300" dirty="0">
                <a:solidFill>
                  <a:srgbClr val="202A26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第二、四象限</a:t>
            </a:r>
            <a:endParaRPr lang="en-US" sz="2300" dirty="0"/>
          </a:p>
          <a:p>
            <a:pPr algn="l" indent="0" marL="0">
              <a:lnSpc>
                <a:spcPct val="130000"/>
              </a:lnSpc>
              <a:buNone/>
            </a:pPr>
            <a:endParaRPr lang="en-US" sz="2300" dirty="0"/>
          </a:p>
          <a:p>
            <a:pPr algn="l" indent="0" marL="0">
              <a:lnSpc>
                <a:spcPct val="130000"/>
              </a:lnSpc>
              <a:buNone/>
            </a:pPr>
            <a:r>
              <a:rPr lang="en-US" sz="2300" dirty="0">
                <a:solidFill>
                  <a:srgbClr val="202A26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每一支上：</a:t>
            </a:r>
            <a:endParaRPr lang="en-US" sz="2300" dirty="0"/>
          </a:p>
          <a:p>
            <a:pPr algn="l" indent="0" marL="0">
              <a:lnSpc>
                <a:spcPct val="130000"/>
              </a:lnSpc>
              <a:buNone/>
            </a:pPr>
            <a:r>
              <a:rPr lang="en-US" sz="2300" dirty="0">
                <a:solidFill>
                  <a:srgbClr val="202A26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y 隨 x 增大而增大</a:t>
            </a:r>
            <a:endParaRPr lang="en-US" sz="2300" dirty="0"/>
          </a:p>
        </p:txBody>
      </p:sp>
      <p:sp>
        <p:nvSpPr>
          <p:cNvPr id="14" name="Text 12"/>
          <p:cNvSpPr/>
          <p:nvPr/>
        </p:nvSpPr>
        <p:spPr>
          <a:xfrm>
            <a:off x="548640" y="5394960"/>
            <a:ext cx="110642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2E4A4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兩邊都要講齊「每一支上」——下一頁講點解。</a:t>
            </a:r>
            <a:endParaRPr lang="en-US" sz="20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1F4F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6437376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6B7A72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初三數學 · L3　增減性與中心對稱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11247120" y="6437376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6B7A72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8</a:t>
            </a:r>
            <a:endParaRPr lang="en-US" sz="1100" dirty="0"/>
          </a:p>
        </p:txBody>
      </p:sp>
      <p:sp>
        <p:nvSpPr>
          <p:cNvPr id="4" name="Shape 2"/>
          <p:cNvSpPr/>
          <p:nvPr/>
        </p:nvSpPr>
        <p:spPr>
          <a:xfrm>
            <a:off x="548640" y="475488"/>
            <a:ext cx="274320" cy="274320"/>
          </a:xfrm>
          <a:prstGeom prst="ellipse">
            <a:avLst/>
          </a:prstGeom>
          <a:solidFill>
            <a:srgbClr val="5E8574"/>
          </a:solidFill>
          <a:ln/>
        </p:spPr>
      </p:sp>
      <p:sp>
        <p:nvSpPr>
          <p:cNvPr id="5" name="Text 3"/>
          <p:cNvSpPr/>
          <p:nvPr/>
        </p:nvSpPr>
        <p:spPr>
          <a:xfrm>
            <a:off x="932688" y="347472"/>
            <a:ext cx="106984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2E4A4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陷阱：唔可以跨支比</a:t>
            </a:r>
            <a:endParaRPr lang="en-US" sz="3200" dirty="0"/>
          </a:p>
        </p:txBody>
      </p:sp>
      <p:sp>
        <p:nvSpPr>
          <p:cNvPr id="6" name="Shape 4"/>
          <p:cNvSpPr/>
          <p:nvPr/>
        </p:nvSpPr>
        <p:spPr>
          <a:xfrm>
            <a:off x="548640" y="1737360"/>
            <a:ext cx="11064240" cy="2194560"/>
          </a:xfrm>
          <a:prstGeom prst="roundRect">
            <a:avLst>
              <a:gd name="adj" fmla="val 4167"/>
            </a:avLst>
          </a:prstGeom>
          <a:solidFill>
            <a:srgbClr val="DCE6DF"/>
          </a:solidFill>
          <a:ln w="12700">
            <a:solidFill>
              <a:srgbClr val="C4D3C8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914400" y="1965960"/>
            <a:ext cx="103327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2E4A4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喺 y ＝ 12/x 上面，睇 (−2, −6) 同 (2, 6)：</a:t>
            </a:r>
            <a:endParaRPr lang="en-US" sz="3000" dirty="0"/>
          </a:p>
        </p:txBody>
      </p:sp>
      <p:sp>
        <p:nvSpPr>
          <p:cNvPr id="8" name="Text 6"/>
          <p:cNvSpPr/>
          <p:nvPr/>
        </p:nvSpPr>
        <p:spPr>
          <a:xfrm>
            <a:off x="914400" y="2971800"/>
            <a:ext cx="103327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300" dirty="0">
                <a:solidFill>
                  <a:srgbClr val="202A26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x：　−2　→　2　（增大咗）</a:t>
            </a:r>
            <a:endParaRPr lang="en-US" sz="2300" dirty="0"/>
          </a:p>
          <a:p>
            <a:pPr algn="l" indent="0" marL="0">
              <a:buNone/>
            </a:pPr>
            <a:r>
              <a:rPr lang="en-US" sz="2300" dirty="0">
                <a:solidFill>
                  <a:srgbClr val="202A26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y：　−6　→　6　（都增大咗）</a:t>
            </a:r>
            <a:endParaRPr lang="en-US" sz="2300" dirty="0"/>
          </a:p>
        </p:txBody>
      </p:sp>
      <p:sp>
        <p:nvSpPr>
          <p:cNvPr id="9" name="Text 7"/>
          <p:cNvSpPr/>
          <p:nvPr/>
        </p:nvSpPr>
        <p:spPr>
          <a:xfrm>
            <a:off x="548640" y="429768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2E4A4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咁係咪「y 隨 x 增大而增大」？唔係——呢兩點唔喺同一支，比唔到。</a:t>
            </a:r>
            <a:endParaRPr lang="en-US" sz="22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1F4F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6437376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6B7A72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初三數學 · L3　增減性與中心對稱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11247120" y="6437376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6B7A72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9</a:t>
            </a:r>
            <a:endParaRPr lang="en-US" sz="1100" dirty="0"/>
          </a:p>
        </p:txBody>
      </p:sp>
      <p:sp>
        <p:nvSpPr>
          <p:cNvPr id="4" name="Shape 2"/>
          <p:cNvSpPr/>
          <p:nvPr/>
        </p:nvSpPr>
        <p:spPr>
          <a:xfrm>
            <a:off x="548640" y="475488"/>
            <a:ext cx="274320" cy="274320"/>
          </a:xfrm>
          <a:prstGeom prst="ellipse">
            <a:avLst/>
          </a:prstGeom>
          <a:solidFill>
            <a:srgbClr val="5E8574"/>
          </a:solidFill>
          <a:ln/>
        </p:spPr>
      </p:sp>
      <p:sp>
        <p:nvSpPr>
          <p:cNvPr id="5" name="Text 3"/>
          <p:cNvSpPr/>
          <p:nvPr/>
        </p:nvSpPr>
        <p:spPr>
          <a:xfrm>
            <a:off x="932688" y="347472"/>
            <a:ext cx="106984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2E4A4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講法啱唔啱？</a:t>
            </a:r>
            <a:endParaRPr lang="en-US" sz="3200" dirty="0"/>
          </a:p>
        </p:txBody>
      </p:sp>
      <p:sp>
        <p:nvSpPr>
          <p:cNvPr id="6" name="Shape 4"/>
          <p:cNvSpPr/>
          <p:nvPr/>
        </p:nvSpPr>
        <p:spPr>
          <a:xfrm>
            <a:off x="548640" y="1508760"/>
            <a:ext cx="11064240" cy="1267968"/>
          </a:xfrm>
          <a:prstGeom prst="roundRect">
            <a:avLst>
              <a:gd name="adj" fmla="val 5769"/>
            </a:avLst>
          </a:prstGeom>
          <a:solidFill>
            <a:srgbClr val="ECE0DB"/>
          </a:solidFill>
          <a:ln w="12700">
            <a:solidFill>
              <a:srgbClr val="C4D3C8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822960" y="1822704"/>
            <a:ext cx="640080" cy="640080"/>
          </a:xfrm>
          <a:prstGeom prst="ellipse">
            <a:avLst/>
          </a:prstGeom>
          <a:solidFill>
            <a:srgbClr val="8C5748"/>
          </a:solidFill>
          <a:ln/>
        </p:spPr>
      </p:sp>
      <p:sp>
        <p:nvSpPr>
          <p:cNvPr id="8" name="Text 6"/>
          <p:cNvSpPr/>
          <p:nvPr/>
        </p:nvSpPr>
        <p:spPr>
          <a:xfrm>
            <a:off x="822960" y="1822704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✗</a:t>
            </a:r>
            <a:endParaRPr lang="en-US" sz="3000" dirty="0"/>
          </a:p>
        </p:txBody>
      </p:sp>
      <p:sp>
        <p:nvSpPr>
          <p:cNvPr id="9" name="Text 7"/>
          <p:cNvSpPr/>
          <p:nvPr/>
        </p:nvSpPr>
        <p:spPr>
          <a:xfrm>
            <a:off x="1691640" y="1508760"/>
            <a:ext cx="9692640" cy="12679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202A26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錯　y ＝ 12/x：y 隨 x 增大而減小</a:t>
            </a:r>
            <a:endParaRPr lang="en-US" sz="2400" dirty="0"/>
          </a:p>
          <a:p>
            <a:pPr algn="l" indent="0" marL="0">
              <a:buNone/>
            </a:pPr>
            <a:r>
              <a:rPr lang="en-US" sz="2000" dirty="0">
                <a:solidFill>
                  <a:srgbClr val="4E5C55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漏咗「每一支上」四個字，跨支就唔成立</a:t>
            </a:r>
            <a:endParaRPr lang="en-US" sz="2400" dirty="0"/>
          </a:p>
        </p:txBody>
      </p:sp>
      <p:sp>
        <p:nvSpPr>
          <p:cNvPr id="10" name="Shape 8"/>
          <p:cNvSpPr/>
          <p:nvPr/>
        </p:nvSpPr>
        <p:spPr>
          <a:xfrm>
            <a:off x="548640" y="2977896"/>
            <a:ext cx="11064240" cy="1267968"/>
          </a:xfrm>
          <a:prstGeom prst="roundRect">
            <a:avLst>
              <a:gd name="adj" fmla="val 5769"/>
            </a:avLst>
          </a:prstGeom>
          <a:solidFill>
            <a:srgbClr val="DDE7DF"/>
          </a:solidFill>
          <a:ln w="12700">
            <a:solidFill>
              <a:srgbClr val="C4D3C8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822960" y="3291840"/>
            <a:ext cx="640080" cy="640080"/>
          </a:xfrm>
          <a:prstGeom prst="ellipse">
            <a:avLst/>
          </a:prstGeom>
          <a:solidFill>
            <a:srgbClr val="35604D"/>
          </a:solidFill>
          <a:ln/>
        </p:spPr>
      </p:sp>
      <p:sp>
        <p:nvSpPr>
          <p:cNvPr id="12" name="Text 10"/>
          <p:cNvSpPr/>
          <p:nvPr/>
        </p:nvSpPr>
        <p:spPr>
          <a:xfrm>
            <a:off x="822960" y="329184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✓</a:t>
            </a:r>
            <a:endParaRPr lang="en-US" sz="3000" dirty="0"/>
          </a:p>
        </p:txBody>
      </p:sp>
      <p:sp>
        <p:nvSpPr>
          <p:cNvPr id="13" name="Text 11"/>
          <p:cNvSpPr/>
          <p:nvPr/>
        </p:nvSpPr>
        <p:spPr>
          <a:xfrm>
            <a:off x="1691640" y="2977896"/>
            <a:ext cx="9692640" cy="12679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202A26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啱　y ＝ 12/x：每一支上，y 隨 x 增大而減小</a:t>
            </a:r>
            <a:endParaRPr lang="en-US" sz="2400" dirty="0"/>
          </a:p>
          <a:p>
            <a:pPr algn="l" indent="0" marL="0">
              <a:buNone/>
            </a:pPr>
            <a:r>
              <a:rPr lang="en-US" sz="2000" dirty="0">
                <a:solidFill>
                  <a:srgbClr val="4E5C55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講齊四個字，先至啱</a:t>
            </a:r>
            <a:endParaRPr lang="en-US" sz="2400" dirty="0"/>
          </a:p>
        </p:txBody>
      </p:sp>
      <p:sp>
        <p:nvSpPr>
          <p:cNvPr id="14" name="Shape 12"/>
          <p:cNvSpPr/>
          <p:nvPr/>
        </p:nvSpPr>
        <p:spPr>
          <a:xfrm>
            <a:off x="548640" y="4447032"/>
            <a:ext cx="11064240" cy="1267968"/>
          </a:xfrm>
          <a:prstGeom prst="roundRect">
            <a:avLst>
              <a:gd name="adj" fmla="val 5769"/>
            </a:avLst>
          </a:prstGeom>
          <a:solidFill>
            <a:srgbClr val="ECE0DB"/>
          </a:solidFill>
          <a:ln w="12700">
            <a:solidFill>
              <a:srgbClr val="C4D3C8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822960" y="4760976"/>
            <a:ext cx="640080" cy="640080"/>
          </a:xfrm>
          <a:prstGeom prst="ellipse">
            <a:avLst/>
          </a:prstGeom>
          <a:solidFill>
            <a:srgbClr val="8C5748"/>
          </a:solidFill>
          <a:ln/>
        </p:spPr>
      </p:sp>
      <p:sp>
        <p:nvSpPr>
          <p:cNvPr id="16" name="Text 14"/>
          <p:cNvSpPr/>
          <p:nvPr/>
        </p:nvSpPr>
        <p:spPr>
          <a:xfrm>
            <a:off x="822960" y="4760976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✗</a:t>
            </a:r>
            <a:endParaRPr lang="en-US" sz="3000" dirty="0"/>
          </a:p>
        </p:txBody>
      </p:sp>
      <p:sp>
        <p:nvSpPr>
          <p:cNvPr id="17" name="Text 15"/>
          <p:cNvSpPr/>
          <p:nvPr/>
        </p:nvSpPr>
        <p:spPr>
          <a:xfrm>
            <a:off x="1691640" y="4447032"/>
            <a:ext cx="9692640" cy="12679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202A26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錯　(−2, −6) 同 (2, 6) 比：y 增大咗</a:t>
            </a:r>
            <a:endParaRPr lang="en-US" sz="2400" dirty="0"/>
          </a:p>
          <a:p>
            <a:pPr algn="l" indent="0" marL="0">
              <a:buNone/>
            </a:pPr>
            <a:r>
              <a:rPr lang="en-US" sz="2000" dirty="0">
                <a:solidFill>
                  <a:srgbClr val="4E5C55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兩點分別喺第三、第一象限，唔同支，比唔到</a:t>
            </a:r>
            <a:endParaRPr lang="en-US" sz="24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1F4F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6437376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6B7A72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初三數學 · L3　增減性與中心對稱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11247120" y="6437376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6B7A72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10</a:t>
            </a:r>
            <a:endParaRPr lang="en-US" sz="1100" dirty="0"/>
          </a:p>
        </p:txBody>
      </p:sp>
      <p:sp>
        <p:nvSpPr>
          <p:cNvPr id="4" name="Shape 2"/>
          <p:cNvSpPr/>
          <p:nvPr/>
        </p:nvSpPr>
        <p:spPr>
          <a:xfrm>
            <a:off x="548640" y="475488"/>
            <a:ext cx="274320" cy="274320"/>
          </a:xfrm>
          <a:prstGeom prst="ellipse">
            <a:avLst/>
          </a:prstGeom>
          <a:solidFill>
            <a:srgbClr val="5E8574"/>
          </a:solidFill>
          <a:ln/>
        </p:spPr>
      </p:sp>
      <p:sp>
        <p:nvSpPr>
          <p:cNvPr id="5" name="Text 3"/>
          <p:cNvSpPr/>
          <p:nvPr/>
        </p:nvSpPr>
        <p:spPr>
          <a:xfrm>
            <a:off x="932688" y="347472"/>
            <a:ext cx="106984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2E4A4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兩支之間嘅關係</a:t>
            </a:r>
            <a:endParaRPr lang="en-US" sz="3200" dirty="0"/>
          </a:p>
        </p:txBody>
      </p:sp>
      <p:sp>
        <p:nvSpPr>
          <p:cNvPr id="6" name="Shape 4"/>
          <p:cNvSpPr/>
          <p:nvPr/>
        </p:nvSpPr>
        <p:spPr>
          <a:xfrm>
            <a:off x="548640" y="1463040"/>
            <a:ext cx="6400800" cy="4114800"/>
          </a:xfrm>
          <a:prstGeom prst="roundRect">
            <a:avLst>
              <a:gd name="adj" fmla="val 2222"/>
            </a:avLst>
          </a:prstGeom>
          <a:solidFill>
            <a:srgbClr val="FFFFFF"/>
          </a:solidFill>
          <a:ln w="12700">
            <a:solidFill>
              <a:srgbClr val="C4D3C8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2171700" y="3268980"/>
            <a:ext cx="3154680" cy="0"/>
          </a:xfrm>
          <a:prstGeom prst="line">
            <a:avLst/>
          </a:prstGeom>
          <a:noFill/>
          <a:ln w="19050">
            <a:solidFill>
              <a:srgbClr val="202A26"/>
            </a:solidFill>
            <a:prstDash val="solid"/>
            <a:tailEnd type="triangle"/>
          </a:ln>
        </p:spPr>
      </p:sp>
      <p:sp>
        <p:nvSpPr>
          <p:cNvPr id="8" name="Shape 6"/>
          <p:cNvSpPr/>
          <p:nvPr/>
        </p:nvSpPr>
        <p:spPr>
          <a:xfrm flipV="1">
            <a:off x="3749040" y="1691640"/>
            <a:ext cx="0" cy="3154680"/>
          </a:xfrm>
          <a:prstGeom prst="line">
            <a:avLst/>
          </a:prstGeom>
          <a:noFill/>
          <a:ln w="19050">
            <a:solidFill>
              <a:srgbClr val="202A26"/>
            </a:solidFill>
            <a:prstDash val="solid"/>
            <a:tailEnd type="triangle"/>
          </a:ln>
        </p:spPr>
      </p:sp>
      <p:sp>
        <p:nvSpPr>
          <p:cNvPr id="9" name="Text 7"/>
          <p:cNvSpPr/>
          <p:nvPr/>
        </p:nvSpPr>
        <p:spPr>
          <a:xfrm>
            <a:off x="5052060" y="3323844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202A26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x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3840480" y="1655064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dirty="0">
                <a:solidFill>
                  <a:srgbClr val="202A26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y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3419856" y="3305556"/>
            <a:ext cx="2743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4E5C55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O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 flipV="1">
            <a:off x="2397034" y="3241940"/>
            <a:ext cx="0" cy="54080"/>
          </a:xfrm>
          <a:prstGeom prst="line">
            <a:avLst/>
          </a:prstGeom>
          <a:noFill/>
          <a:ln w="15240">
            <a:solidFill>
              <a:srgbClr val="202A26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2168434" y="3342132"/>
            <a:ext cx="4572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4E5C55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−6</a:t>
            </a:r>
            <a:endParaRPr lang="en-US" sz="1300" dirty="0"/>
          </a:p>
        </p:txBody>
      </p:sp>
      <p:sp>
        <p:nvSpPr>
          <p:cNvPr id="14" name="Shape 12"/>
          <p:cNvSpPr/>
          <p:nvPr/>
        </p:nvSpPr>
        <p:spPr>
          <a:xfrm flipV="1">
            <a:off x="2847703" y="3241940"/>
            <a:ext cx="0" cy="54080"/>
          </a:xfrm>
          <a:prstGeom prst="line">
            <a:avLst/>
          </a:prstGeom>
          <a:noFill/>
          <a:ln w="15240">
            <a:solidFill>
              <a:srgbClr val="202A26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2619103" y="3342132"/>
            <a:ext cx="4572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4E5C55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−4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 flipV="1">
            <a:off x="3298371" y="3241940"/>
            <a:ext cx="0" cy="54080"/>
          </a:xfrm>
          <a:prstGeom prst="line">
            <a:avLst/>
          </a:prstGeom>
          <a:noFill/>
          <a:ln w="15240">
            <a:solidFill>
              <a:srgbClr val="202A26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3069771" y="3342132"/>
            <a:ext cx="4572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4E5C55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−2</a:t>
            </a:r>
            <a:endParaRPr lang="en-US" sz="1300" dirty="0"/>
          </a:p>
        </p:txBody>
      </p:sp>
      <p:sp>
        <p:nvSpPr>
          <p:cNvPr id="18" name="Shape 16"/>
          <p:cNvSpPr/>
          <p:nvPr/>
        </p:nvSpPr>
        <p:spPr>
          <a:xfrm flipV="1">
            <a:off x="4199709" y="3241940"/>
            <a:ext cx="0" cy="54080"/>
          </a:xfrm>
          <a:prstGeom prst="line">
            <a:avLst/>
          </a:prstGeom>
          <a:noFill/>
          <a:ln w="15240">
            <a:solidFill>
              <a:srgbClr val="202A26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3971109" y="3342132"/>
            <a:ext cx="4572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4E5C55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2</a:t>
            </a:r>
            <a:endParaRPr lang="en-US" sz="1300" dirty="0"/>
          </a:p>
        </p:txBody>
      </p:sp>
      <p:sp>
        <p:nvSpPr>
          <p:cNvPr id="20" name="Shape 18"/>
          <p:cNvSpPr/>
          <p:nvPr/>
        </p:nvSpPr>
        <p:spPr>
          <a:xfrm flipV="1">
            <a:off x="4650377" y="3241940"/>
            <a:ext cx="0" cy="54080"/>
          </a:xfrm>
          <a:prstGeom prst="line">
            <a:avLst/>
          </a:prstGeom>
          <a:noFill/>
          <a:ln w="15240">
            <a:solidFill>
              <a:srgbClr val="202A26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4421777" y="3342132"/>
            <a:ext cx="4572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4E5C55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4</a:t>
            </a:r>
            <a:endParaRPr lang="en-US" sz="1300" dirty="0"/>
          </a:p>
        </p:txBody>
      </p:sp>
      <p:sp>
        <p:nvSpPr>
          <p:cNvPr id="22" name="Shape 20"/>
          <p:cNvSpPr/>
          <p:nvPr/>
        </p:nvSpPr>
        <p:spPr>
          <a:xfrm flipV="1">
            <a:off x="5101046" y="3241940"/>
            <a:ext cx="0" cy="54080"/>
          </a:xfrm>
          <a:prstGeom prst="line">
            <a:avLst/>
          </a:prstGeom>
          <a:noFill/>
          <a:ln w="15240">
            <a:solidFill>
              <a:srgbClr val="202A26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4872446" y="3342132"/>
            <a:ext cx="4572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4E5C55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6</a:t>
            </a:r>
            <a:endParaRPr lang="en-US" sz="1300" dirty="0"/>
          </a:p>
        </p:txBody>
      </p:sp>
      <p:sp>
        <p:nvSpPr>
          <p:cNvPr id="24" name="Shape 22"/>
          <p:cNvSpPr/>
          <p:nvPr/>
        </p:nvSpPr>
        <p:spPr>
          <a:xfrm>
            <a:off x="3722000" y="4620986"/>
            <a:ext cx="54080" cy="0"/>
          </a:xfrm>
          <a:prstGeom prst="line">
            <a:avLst/>
          </a:prstGeom>
          <a:noFill/>
          <a:ln w="15240">
            <a:solidFill>
              <a:srgbClr val="202A26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3246120" y="4502114"/>
            <a:ext cx="38404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dirty="0">
                <a:solidFill>
                  <a:srgbClr val="4E5C55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−6</a:t>
            </a:r>
            <a:endParaRPr lang="en-US" sz="1300" dirty="0"/>
          </a:p>
        </p:txBody>
      </p:sp>
      <p:sp>
        <p:nvSpPr>
          <p:cNvPr id="26" name="Shape 24"/>
          <p:cNvSpPr/>
          <p:nvPr/>
        </p:nvSpPr>
        <p:spPr>
          <a:xfrm>
            <a:off x="3722000" y="4170317"/>
            <a:ext cx="54080" cy="0"/>
          </a:xfrm>
          <a:prstGeom prst="line">
            <a:avLst/>
          </a:prstGeom>
          <a:noFill/>
          <a:ln w="15240">
            <a:solidFill>
              <a:srgbClr val="202A26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3246120" y="4051445"/>
            <a:ext cx="38404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dirty="0">
                <a:solidFill>
                  <a:srgbClr val="4E5C55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−4</a:t>
            </a:r>
            <a:endParaRPr lang="en-US" sz="1300" dirty="0"/>
          </a:p>
        </p:txBody>
      </p:sp>
      <p:sp>
        <p:nvSpPr>
          <p:cNvPr id="28" name="Shape 26"/>
          <p:cNvSpPr/>
          <p:nvPr/>
        </p:nvSpPr>
        <p:spPr>
          <a:xfrm>
            <a:off x="3722000" y="3719649"/>
            <a:ext cx="54080" cy="0"/>
          </a:xfrm>
          <a:prstGeom prst="line">
            <a:avLst/>
          </a:prstGeom>
          <a:noFill/>
          <a:ln w="15240">
            <a:solidFill>
              <a:srgbClr val="202A26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3246120" y="3600777"/>
            <a:ext cx="38404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dirty="0">
                <a:solidFill>
                  <a:srgbClr val="4E5C55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−2</a:t>
            </a:r>
            <a:endParaRPr lang="en-US" sz="1300" dirty="0"/>
          </a:p>
        </p:txBody>
      </p:sp>
      <p:sp>
        <p:nvSpPr>
          <p:cNvPr id="30" name="Shape 28"/>
          <p:cNvSpPr/>
          <p:nvPr/>
        </p:nvSpPr>
        <p:spPr>
          <a:xfrm>
            <a:off x="3722000" y="2818311"/>
            <a:ext cx="54080" cy="0"/>
          </a:xfrm>
          <a:prstGeom prst="line">
            <a:avLst/>
          </a:prstGeom>
          <a:noFill/>
          <a:ln w="15240">
            <a:solidFill>
              <a:srgbClr val="202A26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3246120" y="2699439"/>
            <a:ext cx="38404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dirty="0">
                <a:solidFill>
                  <a:srgbClr val="4E5C55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2</a:t>
            </a:r>
            <a:endParaRPr lang="en-US" sz="1300" dirty="0"/>
          </a:p>
        </p:txBody>
      </p:sp>
      <p:sp>
        <p:nvSpPr>
          <p:cNvPr id="32" name="Shape 30"/>
          <p:cNvSpPr/>
          <p:nvPr/>
        </p:nvSpPr>
        <p:spPr>
          <a:xfrm>
            <a:off x="3722000" y="2367643"/>
            <a:ext cx="54080" cy="0"/>
          </a:xfrm>
          <a:prstGeom prst="line">
            <a:avLst/>
          </a:prstGeom>
          <a:noFill/>
          <a:ln w="15240">
            <a:solidFill>
              <a:srgbClr val="202A26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3246120" y="2248771"/>
            <a:ext cx="38404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dirty="0">
                <a:solidFill>
                  <a:srgbClr val="4E5C55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4</a:t>
            </a:r>
            <a:endParaRPr lang="en-US" sz="1300" dirty="0"/>
          </a:p>
        </p:txBody>
      </p:sp>
      <p:sp>
        <p:nvSpPr>
          <p:cNvPr id="34" name="Shape 32"/>
          <p:cNvSpPr/>
          <p:nvPr/>
        </p:nvSpPr>
        <p:spPr>
          <a:xfrm>
            <a:off x="3722000" y="1916974"/>
            <a:ext cx="54080" cy="0"/>
          </a:xfrm>
          <a:prstGeom prst="line">
            <a:avLst/>
          </a:prstGeom>
          <a:noFill/>
          <a:ln w="15240">
            <a:solidFill>
              <a:srgbClr val="202A26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3246120" y="1798102"/>
            <a:ext cx="38404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dirty="0">
                <a:solidFill>
                  <a:srgbClr val="4E5C55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6</a:t>
            </a:r>
            <a:endParaRPr lang="en-US" sz="1300" dirty="0"/>
          </a:p>
        </p:txBody>
      </p:sp>
      <p:sp>
        <p:nvSpPr>
          <p:cNvPr id="36" name="Shape 34"/>
          <p:cNvSpPr/>
          <p:nvPr/>
        </p:nvSpPr>
        <p:spPr>
          <a:xfrm flipV="1">
            <a:off x="2509701" y="1617280"/>
            <a:ext cx="2478677" cy="3303401"/>
          </a:xfrm>
          <a:prstGeom prst="line">
            <a:avLst/>
          </a:prstGeom>
          <a:noFill/>
          <a:ln w="16510">
            <a:solidFill>
              <a:srgbClr val="4E5C55"/>
            </a:solidFill>
            <a:prstDash val="dash"/>
          </a:ln>
        </p:spPr>
      </p:sp>
      <p:sp>
        <p:nvSpPr>
          <p:cNvPr id="37" name="Shape 35"/>
          <p:cNvSpPr/>
          <p:nvPr/>
        </p:nvSpPr>
        <p:spPr>
          <a:xfrm>
            <a:off x="4135327" y="1691640"/>
            <a:ext cx="29776" cy="112885"/>
          </a:xfrm>
          <a:prstGeom prst="line">
            <a:avLst/>
          </a:prstGeom>
          <a:noFill/>
          <a:ln w="33020">
            <a:solidFill>
              <a:srgbClr val="5E8574"/>
            </a:solidFill>
            <a:prstDash val="solid"/>
          </a:ln>
        </p:spPr>
      </p:sp>
      <p:sp>
        <p:nvSpPr>
          <p:cNvPr id="38" name="Shape 36"/>
          <p:cNvSpPr/>
          <p:nvPr/>
        </p:nvSpPr>
        <p:spPr>
          <a:xfrm>
            <a:off x="4165104" y="1804525"/>
            <a:ext cx="29776" cy="97807"/>
          </a:xfrm>
          <a:prstGeom prst="line">
            <a:avLst/>
          </a:prstGeom>
          <a:noFill/>
          <a:ln w="33020">
            <a:solidFill>
              <a:srgbClr val="5E8574"/>
            </a:solidFill>
            <a:prstDash val="solid"/>
          </a:ln>
        </p:spPr>
      </p:sp>
      <p:sp>
        <p:nvSpPr>
          <p:cNvPr id="39" name="Shape 37"/>
          <p:cNvSpPr/>
          <p:nvPr/>
        </p:nvSpPr>
        <p:spPr>
          <a:xfrm>
            <a:off x="4194880" y="1902332"/>
            <a:ext cx="29776" cy="85560"/>
          </a:xfrm>
          <a:prstGeom prst="line">
            <a:avLst/>
          </a:prstGeom>
          <a:noFill/>
          <a:ln w="33020">
            <a:solidFill>
              <a:srgbClr val="5E8574"/>
            </a:solidFill>
            <a:prstDash val="solid"/>
          </a:ln>
        </p:spPr>
      </p:sp>
      <p:sp>
        <p:nvSpPr>
          <p:cNvPr id="40" name="Shape 38"/>
          <p:cNvSpPr/>
          <p:nvPr/>
        </p:nvSpPr>
        <p:spPr>
          <a:xfrm>
            <a:off x="4224656" y="1987892"/>
            <a:ext cx="29776" cy="75478"/>
          </a:xfrm>
          <a:prstGeom prst="line">
            <a:avLst/>
          </a:prstGeom>
          <a:noFill/>
          <a:ln w="33020">
            <a:solidFill>
              <a:srgbClr val="5E8574"/>
            </a:solidFill>
            <a:prstDash val="solid"/>
          </a:ln>
        </p:spPr>
      </p:sp>
      <p:sp>
        <p:nvSpPr>
          <p:cNvPr id="41" name="Shape 39"/>
          <p:cNvSpPr/>
          <p:nvPr/>
        </p:nvSpPr>
        <p:spPr>
          <a:xfrm>
            <a:off x="4254433" y="2063370"/>
            <a:ext cx="29776" cy="67079"/>
          </a:xfrm>
          <a:prstGeom prst="line">
            <a:avLst/>
          </a:prstGeom>
          <a:noFill/>
          <a:ln w="33020">
            <a:solidFill>
              <a:srgbClr val="5E8574"/>
            </a:solidFill>
            <a:prstDash val="solid"/>
          </a:ln>
        </p:spPr>
      </p:sp>
      <p:sp>
        <p:nvSpPr>
          <p:cNvPr id="42" name="Shape 40"/>
          <p:cNvSpPr/>
          <p:nvPr/>
        </p:nvSpPr>
        <p:spPr>
          <a:xfrm>
            <a:off x="4284209" y="2130449"/>
            <a:ext cx="29776" cy="60008"/>
          </a:xfrm>
          <a:prstGeom prst="line">
            <a:avLst/>
          </a:prstGeom>
          <a:noFill/>
          <a:ln w="33020">
            <a:solidFill>
              <a:srgbClr val="5E8574"/>
            </a:solidFill>
            <a:prstDash val="solid"/>
          </a:ln>
        </p:spPr>
      </p:sp>
      <p:sp>
        <p:nvSpPr>
          <p:cNvPr id="43" name="Shape 41"/>
          <p:cNvSpPr/>
          <p:nvPr/>
        </p:nvSpPr>
        <p:spPr>
          <a:xfrm>
            <a:off x="4313985" y="2190457"/>
            <a:ext cx="29776" cy="53999"/>
          </a:xfrm>
          <a:prstGeom prst="line">
            <a:avLst/>
          </a:prstGeom>
          <a:noFill/>
          <a:ln w="33020">
            <a:solidFill>
              <a:srgbClr val="5E8574"/>
            </a:solidFill>
            <a:prstDash val="solid"/>
          </a:ln>
        </p:spPr>
      </p:sp>
      <p:sp>
        <p:nvSpPr>
          <p:cNvPr id="44" name="Shape 42"/>
          <p:cNvSpPr/>
          <p:nvPr/>
        </p:nvSpPr>
        <p:spPr>
          <a:xfrm>
            <a:off x="4343762" y="2244456"/>
            <a:ext cx="29776" cy="48850"/>
          </a:xfrm>
          <a:prstGeom prst="line">
            <a:avLst/>
          </a:prstGeom>
          <a:noFill/>
          <a:ln w="33020">
            <a:solidFill>
              <a:srgbClr val="5E8574"/>
            </a:solidFill>
            <a:prstDash val="solid"/>
          </a:ln>
        </p:spPr>
      </p:sp>
      <p:sp>
        <p:nvSpPr>
          <p:cNvPr id="45" name="Shape 43"/>
          <p:cNvSpPr/>
          <p:nvPr/>
        </p:nvSpPr>
        <p:spPr>
          <a:xfrm>
            <a:off x="4373538" y="2293306"/>
            <a:ext cx="29776" cy="44403"/>
          </a:xfrm>
          <a:prstGeom prst="line">
            <a:avLst/>
          </a:prstGeom>
          <a:noFill/>
          <a:ln w="33020">
            <a:solidFill>
              <a:srgbClr val="5E8574"/>
            </a:solidFill>
            <a:prstDash val="solid"/>
          </a:ln>
        </p:spPr>
      </p:sp>
      <p:sp>
        <p:nvSpPr>
          <p:cNvPr id="46" name="Shape 44"/>
          <p:cNvSpPr/>
          <p:nvPr/>
        </p:nvSpPr>
        <p:spPr>
          <a:xfrm>
            <a:off x="4403314" y="2337709"/>
            <a:ext cx="29776" cy="40538"/>
          </a:xfrm>
          <a:prstGeom prst="line">
            <a:avLst/>
          </a:prstGeom>
          <a:noFill/>
          <a:ln w="33020">
            <a:solidFill>
              <a:srgbClr val="5E8574"/>
            </a:solidFill>
            <a:prstDash val="solid"/>
          </a:ln>
        </p:spPr>
      </p:sp>
      <p:sp>
        <p:nvSpPr>
          <p:cNvPr id="47" name="Shape 45"/>
          <p:cNvSpPr/>
          <p:nvPr/>
        </p:nvSpPr>
        <p:spPr>
          <a:xfrm>
            <a:off x="4433091" y="2378247"/>
            <a:ext cx="29776" cy="37156"/>
          </a:xfrm>
          <a:prstGeom prst="line">
            <a:avLst/>
          </a:prstGeom>
          <a:noFill/>
          <a:ln w="33020">
            <a:solidFill>
              <a:srgbClr val="5E8574"/>
            </a:solidFill>
            <a:prstDash val="solid"/>
          </a:ln>
        </p:spPr>
      </p:sp>
      <p:sp>
        <p:nvSpPr>
          <p:cNvPr id="48" name="Shape 46"/>
          <p:cNvSpPr/>
          <p:nvPr/>
        </p:nvSpPr>
        <p:spPr>
          <a:xfrm>
            <a:off x="4462867" y="2415403"/>
            <a:ext cx="29776" cy="34180"/>
          </a:xfrm>
          <a:prstGeom prst="line">
            <a:avLst/>
          </a:prstGeom>
          <a:noFill/>
          <a:ln w="33020">
            <a:solidFill>
              <a:srgbClr val="5E8574"/>
            </a:solidFill>
            <a:prstDash val="solid"/>
          </a:ln>
        </p:spPr>
      </p:sp>
      <p:sp>
        <p:nvSpPr>
          <p:cNvPr id="49" name="Shape 47"/>
          <p:cNvSpPr/>
          <p:nvPr/>
        </p:nvSpPr>
        <p:spPr>
          <a:xfrm>
            <a:off x="4492643" y="2449583"/>
            <a:ext cx="29776" cy="31548"/>
          </a:xfrm>
          <a:prstGeom prst="line">
            <a:avLst/>
          </a:prstGeom>
          <a:noFill/>
          <a:ln w="33020">
            <a:solidFill>
              <a:srgbClr val="5E8574"/>
            </a:solidFill>
            <a:prstDash val="solid"/>
          </a:ln>
        </p:spPr>
      </p:sp>
      <p:sp>
        <p:nvSpPr>
          <p:cNvPr id="50" name="Shape 48"/>
          <p:cNvSpPr/>
          <p:nvPr/>
        </p:nvSpPr>
        <p:spPr>
          <a:xfrm>
            <a:off x="4522419" y="2481131"/>
            <a:ext cx="29776" cy="29209"/>
          </a:xfrm>
          <a:prstGeom prst="line">
            <a:avLst/>
          </a:prstGeom>
          <a:noFill/>
          <a:ln w="33020">
            <a:solidFill>
              <a:srgbClr val="5E8574"/>
            </a:solidFill>
            <a:prstDash val="solid"/>
          </a:ln>
        </p:spPr>
      </p:sp>
      <p:sp>
        <p:nvSpPr>
          <p:cNvPr id="51" name="Shape 49"/>
          <p:cNvSpPr/>
          <p:nvPr/>
        </p:nvSpPr>
        <p:spPr>
          <a:xfrm>
            <a:off x="4552196" y="2510340"/>
            <a:ext cx="29776" cy="27120"/>
          </a:xfrm>
          <a:prstGeom prst="line">
            <a:avLst/>
          </a:prstGeom>
          <a:noFill/>
          <a:ln w="33020">
            <a:solidFill>
              <a:srgbClr val="5E8574"/>
            </a:solidFill>
            <a:prstDash val="solid"/>
          </a:ln>
        </p:spPr>
      </p:sp>
      <p:sp>
        <p:nvSpPr>
          <p:cNvPr id="52" name="Shape 50"/>
          <p:cNvSpPr/>
          <p:nvPr/>
        </p:nvSpPr>
        <p:spPr>
          <a:xfrm>
            <a:off x="4581972" y="2537460"/>
            <a:ext cx="29776" cy="25248"/>
          </a:xfrm>
          <a:prstGeom prst="line">
            <a:avLst/>
          </a:prstGeom>
          <a:noFill/>
          <a:ln w="33020">
            <a:solidFill>
              <a:srgbClr val="5E8574"/>
            </a:solidFill>
            <a:prstDash val="solid"/>
          </a:ln>
        </p:spPr>
      </p:sp>
      <p:sp>
        <p:nvSpPr>
          <p:cNvPr id="53" name="Shape 51"/>
          <p:cNvSpPr/>
          <p:nvPr/>
        </p:nvSpPr>
        <p:spPr>
          <a:xfrm>
            <a:off x="4611748" y="2562708"/>
            <a:ext cx="29776" cy="23564"/>
          </a:xfrm>
          <a:prstGeom prst="line">
            <a:avLst/>
          </a:prstGeom>
          <a:noFill/>
          <a:ln w="33020">
            <a:solidFill>
              <a:srgbClr val="5E8574"/>
            </a:solidFill>
            <a:prstDash val="solid"/>
          </a:ln>
        </p:spPr>
      </p:sp>
      <p:sp>
        <p:nvSpPr>
          <p:cNvPr id="54" name="Shape 52"/>
          <p:cNvSpPr/>
          <p:nvPr/>
        </p:nvSpPr>
        <p:spPr>
          <a:xfrm>
            <a:off x="4641525" y="2586272"/>
            <a:ext cx="29776" cy="22042"/>
          </a:xfrm>
          <a:prstGeom prst="line">
            <a:avLst/>
          </a:prstGeom>
          <a:noFill/>
          <a:ln w="33020">
            <a:solidFill>
              <a:srgbClr val="5E8574"/>
            </a:solidFill>
            <a:prstDash val="solid"/>
          </a:ln>
        </p:spPr>
      </p:sp>
      <p:sp>
        <p:nvSpPr>
          <p:cNvPr id="55" name="Shape 53"/>
          <p:cNvSpPr/>
          <p:nvPr/>
        </p:nvSpPr>
        <p:spPr>
          <a:xfrm>
            <a:off x="4671301" y="2608314"/>
            <a:ext cx="29776" cy="20663"/>
          </a:xfrm>
          <a:prstGeom prst="line">
            <a:avLst/>
          </a:prstGeom>
          <a:noFill/>
          <a:ln w="33020">
            <a:solidFill>
              <a:srgbClr val="5E8574"/>
            </a:solidFill>
            <a:prstDash val="solid"/>
          </a:ln>
        </p:spPr>
      </p:sp>
      <p:sp>
        <p:nvSpPr>
          <p:cNvPr id="56" name="Shape 54"/>
          <p:cNvSpPr/>
          <p:nvPr/>
        </p:nvSpPr>
        <p:spPr>
          <a:xfrm>
            <a:off x="4701077" y="2628977"/>
            <a:ext cx="29776" cy="19410"/>
          </a:xfrm>
          <a:prstGeom prst="line">
            <a:avLst/>
          </a:prstGeom>
          <a:noFill/>
          <a:ln w="33020">
            <a:solidFill>
              <a:srgbClr val="5E8574"/>
            </a:solidFill>
            <a:prstDash val="solid"/>
          </a:ln>
        </p:spPr>
      </p:sp>
      <p:sp>
        <p:nvSpPr>
          <p:cNvPr id="57" name="Shape 55"/>
          <p:cNvSpPr/>
          <p:nvPr/>
        </p:nvSpPr>
        <p:spPr>
          <a:xfrm>
            <a:off x="4730854" y="2648387"/>
            <a:ext cx="29776" cy="18267"/>
          </a:xfrm>
          <a:prstGeom prst="line">
            <a:avLst/>
          </a:prstGeom>
          <a:noFill/>
          <a:ln w="33020">
            <a:solidFill>
              <a:srgbClr val="5E8574"/>
            </a:solidFill>
            <a:prstDash val="solid"/>
          </a:ln>
        </p:spPr>
      </p:sp>
      <p:sp>
        <p:nvSpPr>
          <p:cNvPr id="58" name="Shape 56"/>
          <p:cNvSpPr/>
          <p:nvPr/>
        </p:nvSpPr>
        <p:spPr>
          <a:xfrm>
            <a:off x="4760630" y="2666654"/>
            <a:ext cx="29776" cy="17223"/>
          </a:xfrm>
          <a:prstGeom prst="line">
            <a:avLst/>
          </a:prstGeom>
          <a:noFill/>
          <a:ln w="33020">
            <a:solidFill>
              <a:srgbClr val="5E8574"/>
            </a:solidFill>
            <a:prstDash val="solid"/>
          </a:ln>
        </p:spPr>
      </p:sp>
      <p:sp>
        <p:nvSpPr>
          <p:cNvPr id="59" name="Shape 57"/>
          <p:cNvSpPr/>
          <p:nvPr/>
        </p:nvSpPr>
        <p:spPr>
          <a:xfrm>
            <a:off x="4790406" y="2683877"/>
            <a:ext cx="29776" cy="16265"/>
          </a:xfrm>
          <a:prstGeom prst="line">
            <a:avLst/>
          </a:prstGeom>
          <a:noFill/>
          <a:ln w="33020">
            <a:solidFill>
              <a:srgbClr val="5E8574"/>
            </a:solidFill>
            <a:prstDash val="solid"/>
          </a:ln>
        </p:spPr>
      </p:sp>
      <p:sp>
        <p:nvSpPr>
          <p:cNvPr id="60" name="Shape 58"/>
          <p:cNvSpPr/>
          <p:nvPr/>
        </p:nvSpPr>
        <p:spPr>
          <a:xfrm>
            <a:off x="4820183" y="2700142"/>
            <a:ext cx="29776" cy="15385"/>
          </a:xfrm>
          <a:prstGeom prst="line">
            <a:avLst/>
          </a:prstGeom>
          <a:noFill/>
          <a:ln w="33020">
            <a:solidFill>
              <a:srgbClr val="5E8574"/>
            </a:solidFill>
            <a:prstDash val="solid"/>
          </a:ln>
        </p:spPr>
      </p:sp>
      <p:sp>
        <p:nvSpPr>
          <p:cNvPr id="61" name="Shape 59"/>
          <p:cNvSpPr/>
          <p:nvPr/>
        </p:nvSpPr>
        <p:spPr>
          <a:xfrm>
            <a:off x="4849959" y="2715527"/>
            <a:ext cx="29776" cy="14575"/>
          </a:xfrm>
          <a:prstGeom prst="line">
            <a:avLst/>
          </a:prstGeom>
          <a:noFill/>
          <a:ln w="33020">
            <a:solidFill>
              <a:srgbClr val="5E8574"/>
            </a:solidFill>
            <a:prstDash val="solid"/>
          </a:ln>
        </p:spPr>
      </p:sp>
      <p:sp>
        <p:nvSpPr>
          <p:cNvPr id="62" name="Shape 60"/>
          <p:cNvSpPr/>
          <p:nvPr/>
        </p:nvSpPr>
        <p:spPr>
          <a:xfrm>
            <a:off x="4879735" y="2730102"/>
            <a:ext cx="29776" cy="13827"/>
          </a:xfrm>
          <a:prstGeom prst="line">
            <a:avLst/>
          </a:prstGeom>
          <a:noFill/>
          <a:ln w="33020">
            <a:solidFill>
              <a:srgbClr val="5E8574"/>
            </a:solidFill>
            <a:prstDash val="solid"/>
          </a:ln>
        </p:spPr>
      </p:sp>
      <p:sp>
        <p:nvSpPr>
          <p:cNvPr id="63" name="Shape 61"/>
          <p:cNvSpPr/>
          <p:nvPr/>
        </p:nvSpPr>
        <p:spPr>
          <a:xfrm>
            <a:off x="4909512" y="2743929"/>
            <a:ext cx="29776" cy="13135"/>
          </a:xfrm>
          <a:prstGeom prst="line">
            <a:avLst/>
          </a:prstGeom>
          <a:noFill/>
          <a:ln w="33020">
            <a:solidFill>
              <a:srgbClr val="5E8574"/>
            </a:solidFill>
            <a:prstDash val="solid"/>
          </a:ln>
        </p:spPr>
      </p:sp>
      <p:sp>
        <p:nvSpPr>
          <p:cNvPr id="64" name="Shape 62"/>
          <p:cNvSpPr/>
          <p:nvPr/>
        </p:nvSpPr>
        <p:spPr>
          <a:xfrm>
            <a:off x="4939288" y="2757064"/>
            <a:ext cx="29776" cy="12494"/>
          </a:xfrm>
          <a:prstGeom prst="line">
            <a:avLst/>
          </a:prstGeom>
          <a:noFill/>
          <a:ln w="33020">
            <a:solidFill>
              <a:srgbClr val="5E8574"/>
            </a:solidFill>
            <a:prstDash val="solid"/>
          </a:ln>
        </p:spPr>
      </p:sp>
      <p:sp>
        <p:nvSpPr>
          <p:cNvPr id="65" name="Shape 63"/>
          <p:cNvSpPr/>
          <p:nvPr/>
        </p:nvSpPr>
        <p:spPr>
          <a:xfrm>
            <a:off x="4969064" y="2769558"/>
            <a:ext cx="29776" cy="11899"/>
          </a:xfrm>
          <a:prstGeom prst="line">
            <a:avLst/>
          </a:prstGeom>
          <a:noFill/>
          <a:ln w="33020">
            <a:solidFill>
              <a:srgbClr val="5E8574"/>
            </a:solidFill>
            <a:prstDash val="solid"/>
          </a:ln>
        </p:spPr>
      </p:sp>
      <p:sp>
        <p:nvSpPr>
          <p:cNvPr id="66" name="Shape 64"/>
          <p:cNvSpPr/>
          <p:nvPr/>
        </p:nvSpPr>
        <p:spPr>
          <a:xfrm>
            <a:off x="4998841" y="2781457"/>
            <a:ext cx="29776" cy="11345"/>
          </a:xfrm>
          <a:prstGeom prst="line">
            <a:avLst/>
          </a:prstGeom>
          <a:noFill/>
          <a:ln w="33020">
            <a:solidFill>
              <a:srgbClr val="5E8574"/>
            </a:solidFill>
            <a:prstDash val="solid"/>
          </a:ln>
        </p:spPr>
      </p:sp>
      <p:sp>
        <p:nvSpPr>
          <p:cNvPr id="67" name="Shape 65"/>
          <p:cNvSpPr/>
          <p:nvPr/>
        </p:nvSpPr>
        <p:spPr>
          <a:xfrm>
            <a:off x="5028617" y="2792802"/>
            <a:ext cx="29776" cy="10829"/>
          </a:xfrm>
          <a:prstGeom prst="line">
            <a:avLst/>
          </a:prstGeom>
          <a:noFill/>
          <a:ln w="33020">
            <a:solidFill>
              <a:srgbClr val="5E8574"/>
            </a:solidFill>
            <a:prstDash val="solid"/>
          </a:ln>
        </p:spPr>
      </p:sp>
      <p:sp>
        <p:nvSpPr>
          <p:cNvPr id="68" name="Shape 66"/>
          <p:cNvSpPr/>
          <p:nvPr/>
        </p:nvSpPr>
        <p:spPr>
          <a:xfrm>
            <a:off x="5058393" y="2803631"/>
            <a:ext cx="29776" cy="10347"/>
          </a:xfrm>
          <a:prstGeom prst="line">
            <a:avLst/>
          </a:prstGeom>
          <a:noFill/>
          <a:ln w="33020">
            <a:solidFill>
              <a:srgbClr val="5E8574"/>
            </a:solidFill>
            <a:prstDash val="solid"/>
          </a:ln>
        </p:spPr>
      </p:sp>
      <p:sp>
        <p:nvSpPr>
          <p:cNvPr id="69" name="Shape 67"/>
          <p:cNvSpPr/>
          <p:nvPr/>
        </p:nvSpPr>
        <p:spPr>
          <a:xfrm>
            <a:off x="5088169" y="2813978"/>
            <a:ext cx="29776" cy="9897"/>
          </a:xfrm>
          <a:prstGeom prst="line">
            <a:avLst/>
          </a:prstGeom>
          <a:noFill/>
          <a:ln w="33020">
            <a:solidFill>
              <a:srgbClr val="5E8574"/>
            </a:solidFill>
            <a:prstDash val="solid"/>
          </a:ln>
        </p:spPr>
      </p:sp>
      <p:sp>
        <p:nvSpPr>
          <p:cNvPr id="70" name="Shape 68"/>
          <p:cNvSpPr/>
          <p:nvPr/>
        </p:nvSpPr>
        <p:spPr>
          <a:xfrm>
            <a:off x="5117946" y="2823875"/>
            <a:ext cx="29776" cy="9476"/>
          </a:xfrm>
          <a:prstGeom prst="line">
            <a:avLst/>
          </a:prstGeom>
          <a:noFill/>
          <a:ln w="33020">
            <a:solidFill>
              <a:srgbClr val="5E8574"/>
            </a:solidFill>
            <a:prstDash val="solid"/>
          </a:ln>
        </p:spPr>
      </p:sp>
      <p:sp>
        <p:nvSpPr>
          <p:cNvPr id="71" name="Shape 69"/>
          <p:cNvSpPr/>
          <p:nvPr/>
        </p:nvSpPr>
        <p:spPr>
          <a:xfrm>
            <a:off x="5147722" y="2833351"/>
            <a:ext cx="29776" cy="9081"/>
          </a:xfrm>
          <a:prstGeom prst="line">
            <a:avLst/>
          </a:prstGeom>
          <a:noFill/>
          <a:ln w="33020">
            <a:solidFill>
              <a:srgbClr val="5E8574"/>
            </a:solidFill>
            <a:prstDash val="solid"/>
          </a:ln>
        </p:spPr>
      </p:sp>
      <p:sp>
        <p:nvSpPr>
          <p:cNvPr id="72" name="Shape 70"/>
          <p:cNvSpPr/>
          <p:nvPr/>
        </p:nvSpPr>
        <p:spPr>
          <a:xfrm>
            <a:off x="5177498" y="2842432"/>
            <a:ext cx="29776" cy="8710"/>
          </a:xfrm>
          <a:prstGeom prst="line">
            <a:avLst/>
          </a:prstGeom>
          <a:noFill/>
          <a:ln w="33020">
            <a:solidFill>
              <a:srgbClr val="5E8574"/>
            </a:solidFill>
            <a:prstDash val="solid"/>
          </a:ln>
        </p:spPr>
      </p:sp>
      <p:sp>
        <p:nvSpPr>
          <p:cNvPr id="73" name="Shape 71"/>
          <p:cNvSpPr/>
          <p:nvPr/>
        </p:nvSpPr>
        <p:spPr>
          <a:xfrm>
            <a:off x="5207275" y="2851142"/>
            <a:ext cx="29776" cy="8361"/>
          </a:xfrm>
          <a:prstGeom prst="line">
            <a:avLst/>
          </a:prstGeom>
          <a:noFill/>
          <a:ln w="33020">
            <a:solidFill>
              <a:srgbClr val="5E8574"/>
            </a:solidFill>
            <a:prstDash val="solid"/>
          </a:ln>
        </p:spPr>
      </p:sp>
      <p:sp>
        <p:nvSpPr>
          <p:cNvPr id="74" name="Shape 72"/>
          <p:cNvSpPr/>
          <p:nvPr/>
        </p:nvSpPr>
        <p:spPr>
          <a:xfrm>
            <a:off x="5237051" y="2859503"/>
            <a:ext cx="29776" cy="8033"/>
          </a:xfrm>
          <a:prstGeom prst="line">
            <a:avLst/>
          </a:prstGeom>
          <a:noFill/>
          <a:ln w="33020">
            <a:solidFill>
              <a:srgbClr val="5E8574"/>
            </a:solidFill>
            <a:prstDash val="solid"/>
          </a:ln>
        </p:spPr>
      </p:sp>
      <p:sp>
        <p:nvSpPr>
          <p:cNvPr id="75" name="Shape 73"/>
          <p:cNvSpPr/>
          <p:nvPr/>
        </p:nvSpPr>
        <p:spPr>
          <a:xfrm>
            <a:off x="5266827" y="2867536"/>
            <a:ext cx="29776" cy="7724"/>
          </a:xfrm>
          <a:prstGeom prst="line">
            <a:avLst/>
          </a:prstGeom>
          <a:noFill/>
          <a:ln w="33020">
            <a:solidFill>
              <a:srgbClr val="5E8574"/>
            </a:solidFill>
            <a:prstDash val="solid"/>
          </a:ln>
        </p:spPr>
      </p:sp>
      <p:sp>
        <p:nvSpPr>
          <p:cNvPr id="76" name="Shape 74"/>
          <p:cNvSpPr/>
          <p:nvPr/>
        </p:nvSpPr>
        <p:spPr>
          <a:xfrm>
            <a:off x="5296604" y="2875260"/>
            <a:ext cx="29776" cy="7432"/>
          </a:xfrm>
          <a:prstGeom prst="line">
            <a:avLst/>
          </a:prstGeom>
          <a:noFill/>
          <a:ln w="33020">
            <a:solidFill>
              <a:srgbClr val="5E8574"/>
            </a:solidFill>
            <a:prstDash val="solid"/>
          </a:ln>
        </p:spPr>
      </p:sp>
      <p:sp>
        <p:nvSpPr>
          <p:cNvPr id="77" name="Shape 75"/>
          <p:cNvSpPr/>
          <p:nvPr/>
        </p:nvSpPr>
        <p:spPr>
          <a:xfrm>
            <a:off x="2171700" y="3655267"/>
            <a:ext cx="29776" cy="7432"/>
          </a:xfrm>
          <a:prstGeom prst="line">
            <a:avLst/>
          </a:prstGeom>
          <a:noFill/>
          <a:ln w="33020">
            <a:solidFill>
              <a:srgbClr val="5E8574"/>
            </a:solidFill>
            <a:prstDash val="solid"/>
          </a:ln>
        </p:spPr>
      </p:sp>
      <p:sp>
        <p:nvSpPr>
          <p:cNvPr id="78" name="Shape 76"/>
          <p:cNvSpPr/>
          <p:nvPr/>
        </p:nvSpPr>
        <p:spPr>
          <a:xfrm>
            <a:off x="2201476" y="3662700"/>
            <a:ext cx="29776" cy="7724"/>
          </a:xfrm>
          <a:prstGeom prst="line">
            <a:avLst/>
          </a:prstGeom>
          <a:noFill/>
          <a:ln w="33020">
            <a:solidFill>
              <a:srgbClr val="5E8574"/>
            </a:solidFill>
            <a:prstDash val="solid"/>
          </a:ln>
        </p:spPr>
      </p:sp>
      <p:sp>
        <p:nvSpPr>
          <p:cNvPr id="79" name="Shape 77"/>
          <p:cNvSpPr/>
          <p:nvPr/>
        </p:nvSpPr>
        <p:spPr>
          <a:xfrm>
            <a:off x="2231253" y="3670424"/>
            <a:ext cx="29776" cy="8033"/>
          </a:xfrm>
          <a:prstGeom prst="line">
            <a:avLst/>
          </a:prstGeom>
          <a:noFill/>
          <a:ln w="33020">
            <a:solidFill>
              <a:srgbClr val="5E8574"/>
            </a:solidFill>
            <a:prstDash val="solid"/>
          </a:ln>
        </p:spPr>
      </p:sp>
      <p:sp>
        <p:nvSpPr>
          <p:cNvPr id="80" name="Shape 78"/>
          <p:cNvSpPr/>
          <p:nvPr/>
        </p:nvSpPr>
        <p:spPr>
          <a:xfrm>
            <a:off x="2261029" y="3678457"/>
            <a:ext cx="29776" cy="8361"/>
          </a:xfrm>
          <a:prstGeom prst="line">
            <a:avLst/>
          </a:prstGeom>
          <a:noFill/>
          <a:ln w="33020">
            <a:solidFill>
              <a:srgbClr val="5E8574"/>
            </a:solidFill>
            <a:prstDash val="solid"/>
          </a:ln>
        </p:spPr>
      </p:sp>
      <p:sp>
        <p:nvSpPr>
          <p:cNvPr id="81" name="Shape 79"/>
          <p:cNvSpPr/>
          <p:nvPr/>
        </p:nvSpPr>
        <p:spPr>
          <a:xfrm>
            <a:off x="2290805" y="3686818"/>
            <a:ext cx="29776" cy="8710"/>
          </a:xfrm>
          <a:prstGeom prst="line">
            <a:avLst/>
          </a:prstGeom>
          <a:noFill/>
          <a:ln w="33020">
            <a:solidFill>
              <a:srgbClr val="5E8574"/>
            </a:solidFill>
            <a:prstDash val="solid"/>
          </a:ln>
        </p:spPr>
      </p:sp>
      <p:sp>
        <p:nvSpPr>
          <p:cNvPr id="82" name="Shape 80"/>
          <p:cNvSpPr/>
          <p:nvPr/>
        </p:nvSpPr>
        <p:spPr>
          <a:xfrm>
            <a:off x="2320582" y="3695528"/>
            <a:ext cx="29776" cy="9081"/>
          </a:xfrm>
          <a:prstGeom prst="line">
            <a:avLst/>
          </a:prstGeom>
          <a:noFill/>
          <a:ln w="33020">
            <a:solidFill>
              <a:srgbClr val="5E8574"/>
            </a:solidFill>
            <a:prstDash val="solid"/>
          </a:ln>
        </p:spPr>
      </p:sp>
      <p:sp>
        <p:nvSpPr>
          <p:cNvPr id="83" name="Shape 81"/>
          <p:cNvSpPr/>
          <p:nvPr/>
        </p:nvSpPr>
        <p:spPr>
          <a:xfrm>
            <a:off x="2350358" y="3704609"/>
            <a:ext cx="29776" cy="9476"/>
          </a:xfrm>
          <a:prstGeom prst="line">
            <a:avLst/>
          </a:prstGeom>
          <a:noFill/>
          <a:ln w="33020">
            <a:solidFill>
              <a:srgbClr val="5E8574"/>
            </a:solidFill>
            <a:prstDash val="solid"/>
          </a:ln>
        </p:spPr>
      </p:sp>
      <p:sp>
        <p:nvSpPr>
          <p:cNvPr id="84" name="Shape 82"/>
          <p:cNvSpPr/>
          <p:nvPr/>
        </p:nvSpPr>
        <p:spPr>
          <a:xfrm>
            <a:off x="2380134" y="3714085"/>
            <a:ext cx="29776" cy="9897"/>
          </a:xfrm>
          <a:prstGeom prst="line">
            <a:avLst/>
          </a:prstGeom>
          <a:noFill/>
          <a:ln w="33020">
            <a:solidFill>
              <a:srgbClr val="5E8574"/>
            </a:solidFill>
            <a:prstDash val="solid"/>
          </a:ln>
        </p:spPr>
      </p:sp>
      <p:sp>
        <p:nvSpPr>
          <p:cNvPr id="85" name="Shape 83"/>
          <p:cNvSpPr/>
          <p:nvPr/>
        </p:nvSpPr>
        <p:spPr>
          <a:xfrm>
            <a:off x="2409911" y="3723982"/>
            <a:ext cx="29776" cy="10347"/>
          </a:xfrm>
          <a:prstGeom prst="line">
            <a:avLst/>
          </a:prstGeom>
          <a:noFill/>
          <a:ln w="33020">
            <a:solidFill>
              <a:srgbClr val="5E8574"/>
            </a:solidFill>
            <a:prstDash val="solid"/>
          </a:ln>
        </p:spPr>
      </p:sp>
      <p:sp>
        <p:nvSpPr>
          <p:cNvPr id="86" name="Shape 84"/>
          <p:cNvSpPr/>
          <p:nvPr/>
        </p:nvSpPr>
        <p:spPr>
          <a:xfrm>
            <a:off x="2439687" y="3734329"/>
            <a:ext cx="29776" cy="10829"/>
          </a:xfrm>
          <a:prstGeom prst="line">
            <a:avLst/>
          </a:prstGeom>
          <a:noFill/>
          <a:ln w="33020">
            <a:solidFill>
              <a:srgbClr val="5E8574"/>
            </a:solidFill>
            <a:prstDash val="solid"/>
          </a:ln>
        </p:spPr>
      </p:sp>
      <p:sp>
        <p:nvSpPr>
          <p:cNvPr id="87" name="Shape 85"/>
          <p:cNvSpPr/>
          <p:nvPr/>
        </p:nvSpPr>
        <p:spPr>
          <a:xfrm>
            <a:off x="2469463" y="3745158"/>
            <a:ext cx="29776" cy="11345"/>
          </a:xfrm>
          <a:prstGeom prst="line">
            <a:avLst/>
          </a:prstGeom>
          <a:noFill/>
          <a:ln w="33020">
            <a:solidFill>
              <a:srgbClr val="5E8574"/>
            </a:solidFill>
            <a:prstDash val="solid"/>
          </a:ln>
        </p:spPr>
      </p:sp>
      <p:sp>
        <p:nvSpPr>
          <p:cNvPr id="88" name="Shape 86"/>
          <p:cNvSpPr/>
          <p:nvPr/>
        </p:nvSpPr>
        <p:spPr>
          <a:xfrm>
            <a:off x="2499239" y="3756503"/>
            <a:ext cx="29776" cy="11899"/>
          </a:xfrm>
          <a:prstGeom prst="line">
            <a:avLst/>
          </a:prstGeom>
          <a:noFill/>
          <a:ln w="33020">
            <a:solidFill>
              <a:srgbClr val="5E8574"/>
            </a:solidFill>
            <a:prstDash val="solid"/>
          </a:ln>
        </p:spPr>
      </p:sp>
      <p:sp>
        <p:nvSpPr>
          <p:cNvPr id="89" name="Shape 87"/>
          <p:cNvSpPr/>
          <p:nvPr/>
        </p:nvSpPr>
        <p:spPr>
          <a:xfrm>
            <a:off x="2529016" y="3768402"/>
            <a:ext cx="29776" cy="12494"/>
          </a:xfrm>
          <a:prstGeom prst="line">
            <a:avLst/>
          </a:prstGeom>
          <a:noFill/>
          <a:ln w="33020">
            <a:solidFill>
              <a:srgbClr val="5E8574"/>
            </a:solidFill>
            <a:prstDash val="solid"/>
          </a:ln>
        </p:spPr>
      </p:sp>
      <p:sp>
        <p:nvSpPr>
          <p:cNvPr id="90" name="Shape 88"/>
          <p:cNvSpPr/>
          <p:nvPr/>
        </p:nvSpPr>
        <p:spPr>
          <a:xfrm>
            <a:off x="2558792" y="3780896"/>
            <a:ext cx="29776" cy="13135"/>
          </a:xfrm>
          <a:prstGeom prst="line">
            <a:avLst/>
          </a:prstGeom>
          <a:noFill/>
          <a:ln w="33020">
            <a:solidFill>
              <a:srgbClr val="5E8574"/>
            </a:solidFill>
            <a:prstDash val="solid"/>
          </a:ln>
        </p:spPr>
      </p:sp>
      <p:sp>
        <p:nvSpPr>
          <p:cNvPr id="91" name="Shape 89"/>
          <p:cNvSpPr/>
          <p:nvPr/>
        </p:nvSpPr>
        <p:spPr>
          <a:xfrm>
            <a:off x="2588568" y="3794031"/>
            <a:ext cx="29776" cy="13827"/>
          </a:xfrm>
          <a:prstGeom prst="line">
            <a:avLst/>
          </a:prstGeom>
          <a:noFill/>
          <a:ln w="33020">
            <a:solidFill>
              <a:srgbClr val="5E8574"/>
            </a:solidFill>
            <a:prstDash val="solid"/>
          </a:ln>
        </p:spPr>
      </p:sp>
      <p:sp>
        <p:nvSpPr>
          <p:cNvPr id="92" name="Shape 90"/>
          <p:cNvSpPr/>
          <p:nvPr/>
        </p:nvSpPr>
        <p:spPr>
          <a:xfrm>
            <a:off x="2618345" y="3807858"/>
            <a:ext cx="29776" cy="14575"/>
          </a:xfrm>
          <a:prstGeom prst="line">
            <a:avLst/>
          </a:prstGeom>
          <a:noFill/>
          <a:ln w="33020">
            <a:solidFill>
              <a:srgbClr val="5E8574"/>
            </a:solidFill>
            <a:prstDash val="solid"/>
          </a:ln>
        </p:spPr>
      </p:sp>
      <p:sp>
        <p:nvSpPr>
          <p:cNvPr id="93" name="Shape 91"/>
          <p:cNvSpPr/>
          <p:nvPr/>
        </p:nvSpPr>
        <p:spPr>
          <a:xfrm>
            <a:off x="2648121" y="3822433"/>
            <a:ext cx="29776" cy="15385"/>
          </a:xfrm>
          <a:prstGeom prst="line">
            <a:avLst/>
          </a:prstGeom>
          <a:noFill/>
          <a:ln w="33020">
            <a:solidFill>
              <a:srgbClr val="5E8574"/>
            </a:solidFill>
            <a:prstDash val="solid"/>
          </a:ln>
        </p:spPr>
      </p:sp>
      <p:sp>
        <p:nvSpPr>
          <p:cNvPr id="94" name="Shape 92"/>
          <p:cNvSpPr/>
          <p:nvPr/>
        </p:nvSpPr>
        <p:spPr>
          <a:xfrm>
            <a:off x="2677897" y="3837818"/>
            <a:ext cx="29776" cy="16265"/>
          </a:xfrm>
          <a:prstGeom prst="line">
            <a:avLst/>
          </a:prstGeom>
          <a:noFill/>
          <a:ln w="33020">
            <a:solidFill>
              <a:srgbClr val="5E8574"/>
            </a:solidFill>
            <a:prstDash val="solid"/>
          </a:ln>
        </p:spPr>
      </p:sp>
      <p:sp>
        <p:nvSpPr>
          <p:cNvPr id="95" name="Shape 93"/>
          <p:cNvSpPr/>
          <p:nvPr/>
        </p:nvSpPr>
        <p:spPr>
          <a:xfrm>
            <a:off x="2707674" y="3854083"/>
            <a:ext cx="29776" cy="17223"/>
          </a:xfrm>
          <a:prstGeom prst="line">
            <a:avLst/>
          </a:prstGeom>
          <a:noFill/>
          <a:ln w="33020">
            <a:solidFill>
              <a:srgbClr val="5E8574"/>
            </a:solidFill>
            <a:prstDash val="solid"/>
          </a:ln>
        </p:spPr>
      </p:sp>
      <p:sp>
        <p:nvSpPr>
          <p:cNvPr id="96" name="Shape 94"/>
          <p:cNvSpPr/>
          <p:nvPr/>
        </p:nvSpPr>
        <p:spPr>
          <a:xfrm>
            <a:off x="2737450" y="3871306"/>
            <a:ext cx="29776" cy="18267"/>
          </a:xfrm>
          <a:prstGeom prst="line">
            <a:avLst/>
          </a:prstGeom>
          <a:noFill/>
          <a:ln w="33020">
            <a:solidFill>
              <a:srgbClr val="5E8574"/>
            </a:solidFill>
            <a:prstDash val="solid"/>
          </a:ln>
        </p:spPr>
      </p:sp>
      <p:sp>
        <p:nvSpPr>
          <p:cNvPr id="97" name="Shape 95"/>
          <p:cNvSpPr/>
          <p:nvPr/>
        </p:nvSpPr>
        <p:spPr>
          <a:xfrm>
            <a:off x="2767226" y="3889573"/>
            <a:ext cx="29776" cy="19410"/>
          </a:xfrm>
          <a:prstGeom prst="line">
            <a:avLst/>
          </a:prstGeom>
          <a:noFill/>
          <a:ln w="33020">
            <a:solidFill>
              <a:srgbClr val="5E8574"/>
            </a:solidFill>
            <a:prstDash val="solid"/>
          </a:ln>
        </p:spPr>
      </p:sp>
      <p:sp>
        <p:nvSpPr>
          <p:cNvPr id="98" name="Shape 96"/>
          <p:cNvSpPr/>
          <p:nvPr/>
        </p:nvSpPr>
        <p:spPr>
          <a:xfrm>
            <a:off x="2797003" y="3908983"/>
            <a:ext cx="29776" cy="20663"/>
          </a:xfrm>
          <a:prstGeom prst="line">
            <a:avLst/>
          </a:prstGeom>
          <a:noFill/>
          <a:ln w="33020">
            <a:solidFill>
              <a:srgbClr val="5E8574"/>
            </a:solidFill>
            <a:prstDash val="solid"/>
          </a:ln>
        </p:spPr>
      </p:sp>
      <p:sp>
        <p:nvSpPr>
          <p:cNvPr id="99" name="Shape 97"/>
          <p:cNvSpPr/>
          <p:nvPr/>
        </p:nvSpPr>
        <p:spPr>
          <a:xfrm>
            <a:off x="2826779" y="3929646"/>
            <a:ext cx="29776" cy="22042"/>
          </a:xfrm>
          <a:prstGeom prst="line">
            <a:avLst/>
          </a:prstGeom>
          <a:noFill/>
          <a:ln w="33020">
            <a:solidFill>
              <a:srgbClr val="5E8574"/>
            </a:solidFill>
            <a:prstDash val="solid"/>
          </a:ln>
        </p:spPr>
      </p:sp>
      <p:sp>
        <p:nvSpPr>
          <p:cNvPr id="100" name="Shape 98"/>
          <p:cNvSpPr/>
          <p:nvPr/>
        </p:nvSpPr>
        <p:spPr>
          <a:xfrm>
            <a:off x="2856555" y="3951688"/>
            <a:ext cx="29776" cy="23564"/>
          </a:xfrm>
          <a:prstGeom prst="line">
            <a:avLst/>
          </a:prstGeom>
          <a:noFill/>
          <a:ln w="33020">
            <a:solidFill>
              <a:srgbClr val="5E8574"/>
            </a:solidFill>
            <a:prstDash val="solid"/>
          </a:ln>
        </p:spPr>
      </p:sp>
      <p:sp>
        <p:nvSpPr>
          <p:cNvPr id="101" name="Shape 99"/>
          <p:cNvSpPr/>
          <p:nvPr/>
        </p:nvSpPr>
        <p:spPr>
          <a:xfrm>
            <a:off x="2886332" y="3975252"/>
            <a:ext cx="29776" cy="25248"/>
          </a:xfrm>
          <a:prstGeom prst="line">
            <a:avLst/>
          </a:prstGeom>
          <a:noFill/>
          <a:ln w="33020">
            <a:solidFill>
              <a:srgbClr val="5E8574"/>
            </a:solidFill>
            <a:prstDash val="solid"/>
          </a:ln>
        </p:spPr>
      </p:sp>
      <p:sp>
        <p:nvSpPr>
          <p:cNvPr id="102" name="Shape 100"/>
          <p:cNvSpPr/>
          <p:nvPr/>
        </p:nvSpPr>
        <p:spPr>
          <a:xfrm>
            <a:off x="2916108" y="4000500"/>
            <a:ext cx="29776" cy="27120"/>
          </a:xfrm>
          <a:prstGeom prst="line">
            <a:avLst/>
          </a:prstGeom>
          <a:noFill/>
          <a:ln w="33020">
            <a:solidFill>
              <a:srgbClr val="5E8574"/>
            </a:solidFill>
            <a:prstDash val="solid"/>
          </a:ln>
        </p:spPr>
      </p:sp>
      <p:sp>
        <p:nvSpPr>
          <p:cNvPr id="103" name="Shape 101"/>
          <p:cNvSpPr/>
          <p:nvPr/>
        </p:nvSpPr>
        <p:spPr>
          <a:xfrm>
            <a:off x="2945884" y="4027620"/>
            <a:ext cx="29776" cy="29209"/>
          </a:xfrm>
          <a:prstGeom prst="line">
            <a:avLst/>
          </a:prstGeom>
          <a:noFill/>
          <a:ln w="33020">
            <a:solidFill>
              <a:srgbClr val="5E8574"/>
            </a:solidFill>
            <a:prstDash val="solid"/>
          </a:ln>
        </p:spPr>
      </p:sp>
      <p:sp>
        <p:nvSpPr>
          <p:cNvPr id="104" name="Shape 102"/>
          <p:cNvSpPr/>
          <p:nvPr/>
        </p:nvSpPr>
        <p:spPr>
          <a:xfrm>
            <a:off x="2975661" y="4056829"/>
            <a:ext cx="29776" cy="31548"/>
          </a:xfrm>
          <a:prstGeom prst="line">
            <a:avLst/>
          </a:prstGeom>
          <a:noFill/>
          <a:ln w="33020">
            <a:solidFill>
              <a:srgbClr val="5E8574"/>
            </a:solidFill>
            <a:prstDash val="solid"/>
          </a:ln>
        </p:spPr>
      </p:sp>
      <p:sp>
        <p:nvSpPr>
          <p:cNvPr id="105" name="Shape 103"/>
          <p:cNvSpPr/>
          <p:nvPr/>
        </p:nvSpPr>
        <p:spPr>
          <a:xfrm>
            <a:off x="3005437" y="4088377"/>
            <a:ext cx="29776" cy="34180"/>
          </a:xfrm>
          <a:prstGeom prst="line">
            <a:avLst/>
          </a:prstGeom>
          <a:noFill/>
          <a:ln w="33020">
            <a:solidFill>
              <a:srgbClr val="5E8574"/>
            </a:solidFill>
            <a:prstDash val="solid"/>
          </a:ln>
        </p:spPr>
      </p:sp>
      <p:sp>
        <p:nvSpPr>
          <p:cNvPr id="106" name="Shape 104"/>
          <p:cNvSpPr/>
          <p:nvPr/>
        </p:nvSpPr>
        <p:spPr>
          <a:xfrm>
            <a:off x="3035213" y="4122557"/>
            <a:ext cx="29776" cy="37156"/>
          </a:xfrm>
          <a:prstGeom prst="line">
            <a:avLst/>
          </a:prstGeom>
          <a:noFill/>
          <a:ln w="33020">
            <a:solidFill>
              <a:srgbClr val="5E8574"/>
            </a:solidFill>
            <a:prstDash val="solid"/>
          </a:ln>
        </p:spPr>
      </p:sp>
      <p:sp>
        <p:nvSpPr>
          <p:cNvPr id="107" name="Shape 105"/>
          <p:cNvSpPr/>
          <p:nvPr/>
        </p:nvSpPr>
        <p:spPr>
          <a:xfrm>
            <a:off x="3064989" y="4159713"/>
            <a:ext cx="29776" cy="40538"/>
          </a:xfrm>
          <a:prstGeom prst="line">
            <a:avLst/>
          </a:prstGeom>
          <a:noFill/>
          <a:ln w="33020">
            <a:solidFill>
              <a:srgbClr val="5E8574"/>
            </a:solidFill>
            <a:prstDash val="solid"/>
          </a:ln>
        </p:spPr>
      </p:sp>
      <p:sp>
        <p:nvSpPr>
          <p:cNvPr id="108" name="Shape 106"/>
          <p:cNvSpPr/>
          <p:nvPr/>
        </p:nvSpPr>
        <p:spPr>
          <a:xfrm>
            <a:off x="3094766" y="4200251"/>
            <a:ext cx="29776" cy="44403"/>
          </a:xfrm>
          <a:prstGeom prst="line">
            <a:avLst/>
          </a:prstGeom>
          <a:noFill/>
          <a:ln w="33020">
            <a:solidFill>
              <a:srgbClr val="5E8574"/>
            </a:solidFill>
            <a:prstDash val="solid"/>
          </a:ln>
        </p:spPr>
      </p:sp>
      <p:sp>
        <p:nvSpPr>
          <p:cNvPr id="109" name="Shape 107"/>
          <p:cNvSpPr/>
          <p:nvPr/>
        </p:nvSpPr>
        <p:spPr>
          <a:xfrm>
            <a:off x="3124542" y="4244654"/>
            <a:ext cx="29776" cy="48850"/>
          </a:xfrm>
          <a:prstGeom prst="line">
            <a:avLst/>
          </a:prstGeom>
          <a:noFill/>
          <a:ln w="33020">
            <a:solidFill>
              <a:srgbClr val="5E8574"/>
            </a:solidFill>
            <a:prstDash val="solid"/>
          </a:ln>
        </p:spPr>
      </p:sp>
      <p:sp>
        <p:nvSpPr>
          <p:cNvPr id="110" name="Shape 108"/>
          <p:cNvSpPr/>
          <p:nvPr/>
        </p:nvSpPr>
        <p:spPr>
          <a:xfrm>
            <a:off x="3154318" y="4293504"/>
            <a:ext cx="29776" cy="53999"/>
          </a:xfrm>
          <a:prstGeom prst="line">
            <a:avLst/>
          </a:prstGeom>
          <a:noFill/>
          <a:ln w="33020">
            <a:solidFill>
              <a:srgbClr val="5E8574"/>
            </a:solidFill>
            <a:prstDash val="solid"/>
          </a:ln>
        </p:spPr>
      </p:sp>
      <p:sp>
        <p:nvSpPr>
          <p:cNvPr id="111" name="Shape 109"/>
          <p:cNvSpPr/>
          <p:nvPr/>
        </p:nvSpPr>
        <p:spPr>
          <a:xfrm>
            <a:off x="3184095" y="4347503"/>
            <a:ext cx="29776" cy="60008"/>
          </a:xfrm>
          <a:prstGeom prst="line">
            <a:avLst/>
          </a:prstGeom>
          <a:noFill/>
          <a:ln w="33020">
            <a:solidFill>
              <a:srgbClr val="5E8574"/>
            </a:solidFill>
            <a:prstDash val="solid"/>
          </a:ln>
        </p:spPr>
      </p:sp>
      <p:sp>
        <p:nvSpPr>
          <p:cNvPr id="112" name="Shape 110"/>
          <p:cNvSpPr/>
          <p:nvPr/>
        </p:nvSpPr>
        <p:spPr>
          <a:xfrm>
            <a:off x="3213871" y="4407511"/>
            <a:ext cx="29776" cy="67079"/>
          </a:xfrm>
          <a:prstGeom prst="line">
            <a:avLst/>
          </a:prstGeom>
          <a:noFill/>
          <a:ln w="33020">
            <a:solidFill>
              <a:srgbClr val="5E8574"/>
            </a:solidFill>
            <a:prstDash val="solid"/>
          </a:ln>
        </p:spPr>
      </p:sp>
      <p:sp>
        <p:nvSpPr>
          <p:cNvPr id="113" name="Shape 111"/>
          <p:cNvSpPr/>
          <p:nvPr/>
        </p:nvSpPr>
        <p:spPr>
          <a:xfrm>
            <a:off x="3243647" y="4474590"/>
            <a:ext cx="29776" cy="75478"/>
          </a:xfrm>
          <a:prstGeom prst="line">
            <a:avLst/>
          </a:prstGeom>
          <a:noFill/>
          <a:ln w="33020">
            <a:solidFill>
              <a:srgbClr val="5E8574"/>
            </a:solidFill>
            <a:prstDash val="solid"/>
          </a:ln>
        </p:spPr>
      </p:sp>
      <p:sp>
        <p:nvSpPr>
          <p:cNvPr id="114" name="Shape 112"/>
          <p:cNvSpPr/>
          <p:nvPr/>
        </p:nvSpPr>
        <p:spPr>
          <a:xfrm>
            <a:off x="3273424" y="4550068"/>
            <a:ext cx="29776" cy="85560"/>
          </a:xfrm>
          <a:prstGeom prst="line">
            <a:avLst/>
          </a:prstGeom>
          <a:noFill/>
          <a:ln w="33020">
            <a:solidFill>
              <a:srgbClr val="5E8574"/>
            </a:solidFill>
            <a:prstDash val="solid"/>
          </a:ln>
        </p:spPr>
      </p:sp>
      <p:sp>
        <p:nvSpPr>
          <p:cNvPr id="115" name="Shape 113"/>
          <p:cNvSpPr/>
          <p:nvPr/>
        </p:nvSpPr>
        <p:spPr>
          <a:xfrm>
            <a:off x="3303200" y="4635628"/>
            <a:ext cx="29776" cy="97807"/>
          </a:xfrm>
          <a:prstGeom prst="line">
            <a:avLst/>
          </a:prstGeom>
          <a:noFill/>
          <a:ln w="33020">
            <a:solidFill>
              <a:srgbClr val="5E8574"/>
            </a:solidFill>
            <a:prstDash val="solid"/>
          </a:ln>
        </p:spPr>
      </p:sp>
      <p:sp>
        <p:nvSpPr>
          <p:cNvPr id="116" name="Shape 114"/>
          <p:cNvSpPr/>
          <p:nvPr/>
        </p:nvSpPr>
        <p:spPr>
          <a:xfrm>
            <a:off x="3332976" y="4733435"/>
            <a:ext cx="29776" cy="112885"/>
          </a:xfrm>
          <a:prstGeom prst="line">
            <a:avLst/>
          </a:prstGeom>
          <a:noFill/>
          <a:ln w="33020">
            <a:solidFill>
              <a:srgbClr val="5E8574"/>
            </a:solidFill>
            <a:prstDash val="solid"/>
          </a:ln>
        </p:spPr>
      </p:sp>
      <p:sp>
        <p:nvSpPr>
          <p:cNvPr id="117" name="Shape 115"/>
          <p:cNvSpPr/>
          <p:nvPr/>
        </p:nvSpPr>
        <p:spPr>
          <a:xfrm>
            <a:off x="4351891" y="2294491"/>
            <a:ext cx="146304" cy="146304"/>
          </a:xfrm>
          <a:prstGeom prst="ellipse">
            <a:avLst/>
          </a:prstGeom>
          <a:solidFill>
            <a:srgbClr val="2E4A40"/>
          </a:solidFill>
          <a:ln w="20320">
            <a:solidFill>
              <a:srgbClr val="2E4A40"/>
            </a:solidFill>
            <a:prstDash val="solid"/>
          </a:ln>
        </p:spPr>
      </p:sp>
      <p:sp>
        <p:nvSpPr>
          <p:cNvPr id="118" name="Shape 116"/>
          <p:cNvSpPr/>
          <p:nvPr/>
        </p:nvSpPr>
        <p:spPr>
          <a:xfrm>
            <a:off x="2999885" y="4097165"/>
            <a:ext cx="146304" cy="146304"/>
          </a:xfrm>
          <a:prstGeom prst="ellipse">
            <a:avLst/>
          </a:prstGeom>
          <a:solidFill>
            <a:srgbClr val="2E4A40"/>
          </a:solidFill>
          <a:ln w="20320">
            <a:solidFill>
              <a:srgbClr val="2E4A40"/>
            </a:solidFill>
            <a:prstDash val="solid"/>
          </a:ln>
        </p:spPr>
      </p:sp>
      <p:sp>
        <p:nvSpPr>
          <p:cNvPr id="119" name="Text 117"/>
          <p:cNvSpPr/>
          <p:nvPr/>
        </p:nvSpPr>
        <p:spPr>
          <a:xfrm>
            <a:off x="548640" y="4892040"/>
            <a:ext cx="6400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100" b="1" dirty="0">
                <a:solidFill>
                  <a:srgbClr val="2E4A4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(3, 4) 同 (−3, −4)：關於原點對稱</a:t>
            </a:r>
            <a:endParaRPr lang="en-US" sz="2100" dirty="0"/>
          </a:p>
        </p:txBody>
      </p:sp>
      <p:sp>
        <p:nvSpPr>
          <p:cNvPr id="120" name="Text 118"/>
          <p:cNvSpPr/>
          <p:nvPr/>
        </p:nvSpPr>
        <p:spPr>
          <a:xfrm>
            <a:off x="7360920" y="1783080"/>
            <a:ext cx="4251960" cy="3474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35000"/>
              </a:lnSpc>
              <a:buNone/>
            </a:pPr>
            <a:r>
              <a:rPr lang="en-US" sz="2300" dirty="0">
                <a:solidFill>
                  <a:srgbClr val="202A26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喺一支上面搵一點，</a:t>
            </a:r>
            <a:endParaRPr lang="en-US" sz="2300" dirty="0"/>
          </a:p>
          <a:p>
            <a:pPr algn="l" indent="0" marL="0">
              <a:lnSpc>
                <a:spcPct val="135000"/>
              </a:lnSpc>
              <a:buNone/>
            </a:pPr>
            <a:r>
              <a:rPr lang="en-US" sz="2300" dirty="0">
                <a:solidFill>
                  <a:srgbClr val="202A26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過原點畫一條直線，</a:t>
            </a:r>
            <a:endParaRPr lang="en-US" sz="2300" dirty="0"/>
          </a:p>
          <a:p>
            <a:pPr algn="l" indent="0" marL="0">
              <a:lnSpc>
                <a:spcPct val="135000"/>
              </a:lnSpc>
              <a:buNone/>
            </a:pPr>
            <a:endParaRPr lang="en-US" sz="2300" dirty="0"/>
          </a:p>
          <a:p>
            <a:pPr algn="l" indent="0" marL="0">
              <a:lnSpc>
                <a:spcPct val="135000"/>
              </a:lnSpc>
              <a:buNone/>
            </a:pPr>
            <a:r>
              <a:rPr lang="en-US" sz="2300" dirty="0">
                <a:solidFill>
                  <a:srgbClr val="202A26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另一邊嗰支</a:t>
            </a:r>
            <a:endParaRPr lang="en-US" sz="2300" dirty="0"/>
          </a:p>
          <a:p>
            <a:pPr algn="l" indent="0" marL="0">
              <a:lnSpc>
                <a:spcPct val="135000"/>
              </a:lnSpc>
              <a:buNone/>
            </a:pPr>
            <a:r>
              <a:rPr lang="en-US" sz="2300" dirty="0">
                <a:solidFill>
                  <a:srgbClr val="202A26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一定有對應嘅點。</a:t>
            </a:r>
            <a:endParaRPr lang="en-US" sz="2300" dirty="0"/>
          </a:p>
          <a:p>
            <a:pPr algn="l" indent="0" marL="0">
              <a:lnSpc>
                <a:spcPct val="135000"/>
              </a:lnSpc>
              <a:buNone/>
            </a:pPr>
            <a:endParaRPr lang="en-US" sz="2300" dirty="0"/>
          </a:p>
          <a:p>
            <a:pPr algn="l" indent="0" marL="0">
              <a:lnSpc>
                <a:spcPct val="135000"/>
              </a:lnSpc>
              <a:buNone/>
            </a:pPr>
            <a:r>
              <a:rPr lang="en-US" sz="2300" dirty="0">
                <a:solidFill>
                  <a:srgbClr val="202A26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呢個叫中心對稱。</a:t>
            </a:r>
            <a:endParaRPr lang="en-US" sz="23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1F4F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6437376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6B7A72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初三數學 · L3　增減性與中心對稱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11247120" y="6437376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6B7A72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11</a:t>
            </a:r>
            <a:endParaRPr lang="en-US" sz="1100" dirty="0"/>
          </a:p>
        </p:txBody>
      </p:sp>
      <p:sp>
        <p:nvSpPr>
          <p:cNvPr id="4" name="Shape 2"/>
          <p:cNvSpPr/>
          <p:nvPr/>
        </p:nvSpPr>
        <p:spPr>
          <a:xfrm>
            <a:off x="548640" y="475488"/>
            <a:ext cx="274320" cy="274320"/>
          </a:xfrm>
          <a:prstGeom prst="ellipse">
            <a:avLst/>
          </a:prstGeom>
          <a:solidFill>
            <a:srgbClr val="5E8574"/>
          </a:solidFill>
          <a:ln/>
        </p:spPr>
      </p:sp>
      <p:sp>
        <p:nvSpPr>
          <p:cNvPr id="5" name="Text 3"/>
          <p:cNvSpPr/>
          <p:nvPr/>
        </p:nvSpPr>
        <p:spPr>
          <a:xfrm>
            <a:off x="932688" y="347472"/>
            <a:ext cx="106984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2E4A4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判斷增減四步</a:t>
            </a:r>
            <a:endParaRPr lang="en-US" sz="3200" dirty="0"/>
          </a:p>
        </p:txBody>
      </p:sp>
      <p:sp>
        <p:nvSpPr>
          <p:cNvPr id="6" name="Shape 4"/>
          <p:cNvSpPr/>
          <p:nvPr/>
        </p:nvSpPr>
        <p:spPr>
          <a:xfrm>
            <a:off x="548640" y="1463040"/>
            <a:ext cx="5349240" cy="1874520"/>
          </a:xfrm>
          <a:prstGeom prst="roundRect">
            <a:avLst>
              <a:gd name="adj" fmla="val 3902"/>
            </a:avLst>
          </a:prstGeom>
          <a:solidFill>
            <a:srgbClr val="DCE6DF"/>
          </a:solidFill>
          <a:ln w="12700">
            <a:solidFill>
              <a:srgbClr val="C4D3C8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777240" y="2116836"/>
            <a:ext cx="566928" cy="566928"/>
          </a:xfrm>
          <a:prstGeom prst="ellipse">
            <a:avLst/>
          </a:prstGeom>
          <a:solidFill>
            <a:srgbClr val="5E8574"/>
          </a:solidFill>
          <a:ln/>
        </p:spPr>
      </p:sp>
      <p:sp>
        <p:nvSpPr>
          <p:cNvPr id="8" name="Text 6"/>
          <p:cNvSpPr/>
          <p:nvPr/>
        </p:nvSpPr>
        <p:spPr>
          <a:xfrm>
            <a:off x="777240" y="2116836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1</a:t>
            </a:r>
            <a:endParaRPr lang="en-US" sz="2600" dirty="0"/>
          </a:p>
        </p:txBody>
      </p:sp>
      <p:sp>
        <p:nvSpPr>
          <p:cNvPr id="9" name="Text 7"/>
          <p:cNvSpPr/>
          <p:nvPr/>
        </p:nvSpPr>
        <p:spPr>
          <a:xfrm>
            <a:off x="1508760" y="1645920"/>
            <a:ext cx="4160520" cy="1508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2200" dirty="0">
                <a:solidFill>
                  <a:srgbClr val="202A26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搵出 k：分數線上面嗰個數</a:t>
            </a:r>
            <a:endParaRPr lang="en-US" sz="2200" dirty="0"/>
          </a:p>
        </p:txBody>
      </p:sp>
      <p:sp>
        <p:nvSpPr>
          <p:cNvPr id="10" name="Shape 8"/>
          <p:cNvSpPr/>
          <p:nvPr/>
        </p:nvSpPr>
        <p:spPr>
          <a:xfrm>
            <a:off x="6263640" y="1463040"/>
            <a:ext cx="5349240" cy="1874520"/>
          </a:xfrm>
          <a:prstGeom prst="roundRect">
            <a:avLst>
              <a:gd name="adj" fmla="val 3902"/>
            </a:avLst>
          </a:prstGeom>
          <a:solidFill>
            <a:srgbClr val="DCE6DF"/>
          </a:solidFill>
          <a:ln w="12700">
            <a:solidFill>
              <a:srgbClr val="C4D3C8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6492240" y="2116836"/>
            <a:ext cx="566928" cy="566928"/>
          </a:xfrm>
          <a:prstGeom prst="ellipse">
            <a:avLst/>
          </a:prstGeom>
          <a:solidFill>
            <a:srgbClr val="5E8574"/>
          </a:solidFill>
          <a:ln/>
        </p:spPr>
      </p:sp>
      <p:sp>
        <p:nvSpPr>
          <p:cNvPr id="12" name="Text 10"/>
          <p:cNvSpPr/>
          <p:nvPr/>
        </p:nvSpPr>
        <p:spPr>
          <a:xfrm>
            <a:off x="6492240" y="2116836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2</a:t>
            </a:r>
            <a:endParaRPr lang="en-US" sz="2600" dirty="0"/>
          </a:p>
        </p:txBody>
      </p:sp>
      <p:sp>
        <p:nvSpPr>
          <p:cNvPr id="13" name="Text 11"/>
          <p:cNvSpPr/>
          <p:nvPr/>
        </p:nvSpPr>
        <p:spPr>
          <a:xfrm>
            <a:off x="7223760" y="1645920"/>
            <a:ext cx="4160520" cy="1508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2200" dirty="0">
                <a:solidFill>
                  <a:srgbClr val="202A26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k ＞ 0：每一支上，y 隨 x 增大而減小</a:t>
            </a:r>
            <a:endParaRPr lang="en-US" sz="2200" dirty="0"/>
          </a:p>
        </p:txBody>
      </p:sp>
      <p:sp>
        <p:nvSpPr>
          <p:cNvPr id="14" name="Shape 12"/>
          <p:cNvSpPr/>
          <p:nvPr/>
        </p:nvSpPr>
        <p:spPr>
          <a:xfrm>
            <a:off x="548640" y="3611880"/>
            <a:ext cx="5349240" cy="1874520"/>
          </a:xfrm>
          <a:prstGeom prst="roundRect">
            <a:avLst>
              <a:gd name="adj" fmla="val 3902"/>
            </a:avLst>
          </a:prstGeom>
          <a:solidFill>
            <a:srgbClr val="DCE6DF"/>
          </a:solidFill>
          <a:ln w="12700">
            <a:solidFill>
              <a:srgbClr val="C4D3C8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777240" y="4265676"/>
            <a:ext cx="566928" cy="566928"/>
          </a:xfrm>
          <a:prstGeom prst="ellipse">
            <a:avLst/>
          </a:prstGeom>
          <a:solidFill>
            <a:srgbClr val="5E8574"/>
          </a:solidFill>
          <a:ln/>
        </p:spPr>
      </p:sp>
      <p:sp>
        <p:nvSpPr>
          <p:cNvPr id="16" name="Text 14"/>
          <p:cNvSpPr/>
          <p:nvPr/>
        </p:nvSpPr>
        <p:spPr>
          <a:xfrm>
            <a:off x="777240" y="4265676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3</a:t>
            </a:r>
            <a:endParaRPr lang="en-US" sz="2600" dirty="0"/>
          </a:p>
        </p:txBody>
      </p:sp>
      <p:sp>
        <p:nvSpPr>
          <p:cNvPr id="17" name="Text 15"/>
          <p:cNvSpPr/>
          <p:nvPr/>
        </p:nvSpPr>
        <p:spPr>
          <a:xfrm>
            <a:off x="1508760" y="3794760"/>
            <a:ext cx="4160520" cy="1508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2200" dirty="0">
                <a:solidFill>
                  <a:srgbClr val="202A26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k ＜ 0：每一支上，y 隨 x 增大而增大</a:t>
            </a:r>
            <a:endParaRPr lang="en-US" sz="2200" dirty="0"/>
          </a:p>
        </p:txBody>
      </p:sp>
      <p:sp>
        <p:nvSpPr>
          <p:cNvPr id="18" name="Shape 16"/>
          <p:cNvSpPr/>
          <p:nvPr/>
        </p:nvSpPr>
        <p:spPr>
          <a:xfrm>
            <a:off x="6263640" y="3611880"/>
            <a:ext cx="5349240" cy="1874520"/>
          </a:xfrm>
          <a:prstGeom prst="roundRect">
            <a:avLst>
              <a:gd name="adj" fmla="val 3902"/>
            </a:avLst>
          </a:prstGeom>
          <a:solidFill>
            <a:srgbClr val="DCE6DF"/>
          </a:solidFill>
          <a:ln w="12700">
            <a:solidFill>
              <a:srgbClr val="C4D3C8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6492240" y="4265676"/>
            <a:ext cx="566928" cy="566928"/>
          </a:xfrm>
          <a:prstGeom prst="ellipse">
            <a:avLst/>
          </a:prstGeom>
          <a:solidFill>
            <a:srgbClr val="5E8574"/>
          </a:solidFill>
          <a:ln/>
        </p:spPr>
      </p:sp>
      <p:sp>
        <p:nvSpPr>
          <p:cNvPr id="20" name="Text 18"/>
          <p:cNvSpPr/>
          <p:nvPr/>
        </p:nvSpPr>
        <p:spPr>
          <a:xfrm>
            <a:off x="6492240" y="4265676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4</a:t>
            </a:r>
            <a:endParaRPr lang="en-US" sz="2600" dirty="0"/>
          </a:p>
        </p:txBody>
      </p:sp>
      <p:sp>
        <p:nvSpPr>
          <p:cNvPr id="21" name="Text 19"/>
          <p:cNvSpPr/>
          <p:nvPr/>
        </p:nvSpPr>
        <p:spPr>
          <a:xfrm>
            <a:off x="7223760" y="3794760"/>
            <a:ext cx="4160520" cy="1508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2200" dirty="0">
                <a:solidFill>
                  <a:srgbClr val="202A26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答嘅時候，一定要講「每一支上」</a:t>
            </a:r>
            <a:endParaRPr lang="en-US" sz="2200" dirty="0"/>
          </a:p>
        </p:txBody>
      </p:sp>
      <p:sp>
        <p:nvSpPr>
          <p:cNvPr id="22" name="Text 20"/>
          <p:cNvSpPr/>
          <p:nvPr/>
        </p:nvSpPr>
        <p:spPr>
          <a:xfrm>
            <a:off x="548640" y="5897880"/>
            <a:ext cx="6309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000" dirty="0">
                <a:solidFill>
                  <a:srgbClr val="4E5C55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第四步唔係客氣說話——漏咗就錯。</a:t>
            </a:r>
            <a:endParaRPr lang="en-US" sz="2000" dirty="0"/>
          </a:p>
        </p:txBody>
      </p:sp>
      <p:sp>
        <p:nvSpPr>
          <p:cNvPr id="23" name="Shape 21"/>
          <p:cNvSpPr/>
          <p:nvPr/>
        </p:nvSpPr>
        <p:spPr>
          <a:xfrm>
            <a:off x="7040880" y="5870448"/>
            <a:ext cx="4572000" cy="457200"/>
          </a:xfrm>
          <a:prstGeom prst="roundRect">
            <a:avLst>
              <a:gd name="adj" fmla="val 20000"/>
            </a:avLst>
          </a:prstGeom>
          <a:solidFill>
            <a:srgbClr val="DCE6DF"/>
          </a:solidFill>
          <a:ln w="12700">
            <a:solidFill>
              <a:srgbClr val="C4D3C8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7040880" y="5870448"/>
            <a:ext cx="4572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2E4A4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▶ 轉換點：下一頁：自己揀一層做</a:t>
            </a:r>
            <a:endParaRPr lang="en-US" sz="15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1F4F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6437376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6B7A72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初三數學 · L3　增減性與中心對稱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11247120" y="6437376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6B7A72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12</a:t>
            </a:r>
            <a:endParaRPr lang="en-US" sz="1100" dirty="0"/>
          </a:p>
        </p:txBody>
      </p:sp>
      <p:sp>
        <p:nvSpPr>
          <p:cNvPr id="4" name="Shape 2"/>
          <p:cNvSpPr/>
          <p:nvPr/>
        </p:nvSpPr>
        <p:spPr>
          <a:xfrm>
            <a:off x="548640" y="475488"/>
            <a:ext cx="274320" cy="274320"/>
          </a:xfrm>
          <a:prstGeom prst="ellipse">
            <a:avLst/>
          </a:prstGeom>
          <a:solidFill>
            <a:srgbClr val="5E8574"/>
          </a:solidFill>
          <a:ln/>
        </p:spPr>
      </p:sp>
      <p:sp>
        <p:nvSpPr>
          <p:cNvPr id="5" name="Text 3"/>
          <p:cNvSpPr/>
          <p:nvPr/>
        </p:nvSpPr>
        <p:spPr>
          <a:xfrm>
            <a:off x="932688" y="347472"/>
            <a:ext cx="106984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2E4A4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揀一層，做做看</a:t>
            </a:r>
            <a:endParaRPr lang="en-US" sz="3200" dirty="0"/>
          </a:p>
        </p:txBody>
      </p:sp>
      <p:sp>
        <p:nvSpPr>
          <p:cNvPr id="6" name="Shape 4"/>
          <p:cNvSpPr/>
          <p:nvPr/>
        </p:nvSpPr>
        <p:spPr>
          <a:xfrm>
            <a:off x="548640" y="1463040"/>
            <a:ext cx="3502152" cy="3977640"/>
          </a:xfrm>
          <a:prstGeom prst="roundRect">
            <a:avLst>
              <a:gd name="adj" fmla="val 2611"/>
            </a:avLst>
          </a:prstGeom>
          <a:solidFill>
            <a:srgbClr val="FFFFFF"/>
          </a:solidFill>
          <a:ln w="12700">
            <a:solidFill>
              <a:srgbClr val="C4D3C8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548640" y="1463040"/>
            <a:ext cx="3502152" cy="868680"/>
          </a:xfrm>
          <a:prstGeom prst="roundRect">
            <a:avLst>
              <a:gd name="adj" fmla="val 10526"/>
            </a:avLst>
          </a:prstGeom>
          <a:solidFill>
            <a:srgbClr val="DCE6DF"/>
          </a:solidFill>
          <a:ln/>
        </p:spPr>
      </p:sp>
      <p:sp>
        <p:nvSpPr>
          <p:cNvPr id="8" name="Text 6"/>
          <p:cNvSpPr/>
          <p:nvPr/>
        </p:nvSpPr>
        <p:spPr>
          <a:xfrm>
            <a:off x="548640" y="1572768"/>
            <a:ext cx="3502152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dirty="0">
                <a:solidFill>
                  <a:srgbClr val="46564E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★☆☆</a:t>
            </a:r>
            <a:endParaRPr lang="en-US" sz="2400" dirty="0"/>
          </a:p>
        </p:txBody>
      </p:sp>
      <p:sp>
        <p:nvSpPr>
          <p:cNvPr id="9" name="Text 7"/>
          <p:cNvSpPr/>
          <p:nvPr/>
        </p:nvSpPr>
        <p:spPr>
          <a:xfrm>
            <a:off x="548640" y="1920240"/>
            <a:ext cx="3502152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2E4A4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練習 A</a:t>
            </a:r>
            <a:endParaRPr lang="en-US" sz="2000" dirty="0"/>
          </a:p>
        </p:txBody>
      </p:sp>
      <p:sp>
        <p:nvSpPr>
          <p:cNvPr id="10" name="Text 8"/>
          <p:cNvSpPr/>
          <p:nvPr/>
        </p:nvSpPr>
        <p:spPr>
          <a:xfrm>
            <a:off x="822960" y="2514600"/>
            <a:ext cx="2953512" cy="2743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2100" dirty="0">
                <a:solidFill>
                  <a:srgbClr val="202A26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y ＝ 3/x</a:t>
            </a:r>
            <a:endParaRPr lang="en-US" sz="2100" dirty="0"/>
          </a:p>
          <a:p>
            <a:pPr algn="l" indent="0" marL="0">
              <a:lnSpc>
                <a:spcPct val="125000"/>
              </a:lnSpc>
              <a:buNone/>
            </a:pPr>
            <a:endParaRPr lang="en-US" sz="2100" dirty="0"/>
          </a:p>
          <a:p>
            <a:pPr algn="l" indent="0" marL="0">
              <a:lnSpc>
                <a:spcPct val="125000"/>
              </a:lnSpc>
              <a:buNone/>
            </a:pPr>
            <a:r>
              <a:rPr lang="en-US" sz="2100" dirty="0">
                <a:solidFill>
                  <a:srgbClr val="202A26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(1) k 係正定負？</a:t>
            </a:r>
            <a:endParaRPr lang="en-US" sz="2100" dirty="0"/>
          </a:p>
          <a:p>
            <a:pPr algn="l" indent="0" marL="0">
              <a:lnSpc>
                <a:spcPct val="125000"/>
              </a:lnSpc>
              <a:buNone/>
            </a:pPr>
            <a:endParaRPr lang="en-US" sz="2100" dirty="0"/>
          </a:p>
          <a:p>
            <a:pPr algn="l" indent="0" marL="0">
              <a:lnSpc>
                <a:spcPct val="125000"/>
              </a:lnSpc>
              <a:buNone/>
            </a:pPr>
            <a:r>
              <a:rPr lang="en-US" sz="2100" dirty="0">
                <a:solidFill>
                  <a:srgbClr val="202A26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(2) 每一支上，</a:t>
            </a:r>
            <a:endParaRPr lang="en-US" sz="2100" dirty="0"/>
          </a:p>
          <a:p>
            <a:pPr algn="l" indent="0" marL="0">
              <a:lnSpc>
                <a:spcPct val="125000"/>
              </a:lnSpc>
              <a:buNone/>
            </a:pPr>
            <a:r>
              <a:rPr lang="en-US" sz="2100" dirty="0">
                <a:solidFill>
                  <a:srgbClr val="202A26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　　y 隨 x 增大</a:t>
            </a:r>
            <a:endParaRPr lang="en-US" sz="2100" dirty="0"/>
          </a:p>
          <a:p>
            <a:pPr algn="l" indent="0" marL="0">
              <a:lnSpc>
                <a:spcPct val="125000"/>
              </a:lnSpc>
              <a:buNone/>
            </a:pPr>
            <a:r>
              <a:rPr lang="en-US" sz="2100" dirty="0">
                <a:solidFill>
                  <a:srgbClr val="202A26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　　而＿＿？</a:t>
            </a:r>
            <a:endParaRPr lang="en-US" sz="2100" dirty="0"/>
          </a:p>
        </p:txBody>
      </p:sp>
      <p:sp>
        <p:nvSpPr>
          <p:cNvPr id="11" name="Shape 9"/>
          <p:cNvSpPr/>
          <p:nvPr/>
        </p:nvSpPr>
        <p:spPr>
          <a:xfrm>
            <a:off x="4325112" y="1463040"/>
            <a:ext cx="3502152" cy="3977640"/>
          </a:xfrm>
          <a:prstGeom prst="roundRect">
            <a:avLst>
              <a:gd name="adj" fmla="val 2611"/>
            </a:avLst>
          </a:prstGeom>
          <a:solidFill>
            <a:srgbClr val="FFFFFF"/>
          </a:solidFill>
          <a:ln w="12700">
            <a:solidFill>
              <a:srgbClr val="C4D3C8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4325112" y="1463040"/>
            <a:ext cx="3502152" cy="868680"/>
          </a:xfrm>
          <a:prstGeom prst="roundRect">
            <a:avLst>
              <a:gd name="adj" fmla="val 10526"/>
            </a:avLst>
          </a:prstGeom>
          <a:solidFill>
            <a:srgbClr val="DCE6DF"/>
          </a:solidFill>
          <a:ln/>
        </p:spPr>
      </p:sp>
      <p:sp>
        <p:nvSpPr>
          <p:cNvPr id="13" name="Text 11"/>
          <p:cNvSpPr/>
          <p:nvPr/>
        </p:nvSpPr>
        <p:spPr>
          <a:xfrm>
            <a:off x="4325112" y="1572768"/>
            <a:ext cx="3502152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dirty="0">
                <a:solidFill>
                  <a:srgbClr val="46564E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★★☆</a:t>
            </a:r>
            <a:endParaRPr lang="en-US" sz="2400" dirty="0"/>
          </a:p>
        </p:txBody>
      </p:sp>
      <p:sp>
        <p:nvSpPr>
          <p:cNvPr id="14" name="Text 12"/>
          <p:cNvSpPr/>
          <p:nvPr/>
        </p:nvSpPr>
        <p:spPr>
          <a:xfrm>
            <a:off x="4325112" y="1920240"/>
            <a:ext cx="3502152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2E4A4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練習 B</a:t>
            </a:r>
            <a:endParaRPr lang="en-US" sz="2000" dirty="0"/>
          </a:p>
        </p:txBody>
      </p:sp>
      <p:sp>
        <p:nvSpPr>
          <p:cNvPr id="15" name="Text 13"/>
          <p:cNvSpPr/>
          <p:nvPr/>
        </p:nvSpPr>
        <p:spPr>
          <a:xfrm>
            <a:off x="4599432" y="2514600"/>
            <a:ext cx="2953512" cy="2743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2100" dirty="0">
                <a:solidFill>
                  <a:srgbClr val="202A26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y ＝ −9/x</a:t>
            </a:r>
            <a:endParaRPr lang="en-US" sz="2100" dirty="0"/>
          </a:p>
          <a:p>
            <a:pPr algn="l" indent="0" marL="0">
              <a:lnSpc>
                <a:spcPct val="125000"/>
              </a:lnSpc>
              <a:buNone/>
            </a:pPr>
            <a:endParaRPr lang="en-US" sz="2100" dirty="0"/>
          </a:p>
          <a:p>
            <a:pPr algn="l" indent="0" marL="0">
              <a:lnSpc>
                <a:spcPct val="125000"/>
              </a:lnSpc>
              <a:buNone/>
            </a:pPr>
            <a:r>
              <a:rPr lang="en-US" sz="2100" dirty="0">
                <a:solidFill>
                  <a:srgbClr val="202A26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(1) k ＝ ？</a:t>
            </a:r>
            <a:endParaRPr lang="en-US" sz="2100" dirty="0"/>
          </a:p>
          <a:p>
            <a:pPr algn="l" indent="0" marL="0">
              <a:lnSpc>
                <a:spcPct val="125000"/>
              </a:lnSpc>
              <a:buNone/>
            </a:pPr>
            <a:r>
              <a:rPr lang="en-US" sz="2100" dirty="0">
                <a:solidFill>
                  <a:srgbClr val="202A26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(2) 喺第幾象限？</a:t>
            </a:r>
            <a:endParaRPr lang="en-US" sz="2100" dirty="0"/>
          </a:p>
          <a:p>
            <a:pPr algn="l" indent="0" marL="0">
              <a:lnSpc>
                <a:spcPct val="125000"/>
              </a:lnSpc>
              <a:buNone/>
            </a:pPr>
            <a:r>
              <a:rPr lang="en-US" sz="2100" dirty="0">
                <a:solidFill>
                  <a:srgbClr val="202A26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(3) 每一支上，</a:t>
            </a:r>
            <a:endParaRPr lang="en-US" sz="2100" dirty="0"/>
          </a:p>
          <a:p>
            <a:pPr algn="l" indent="0" marL="0">
              <a:lnSpc>
                <a:spcPct val="125000"/>
              </a:lnSpc>
              <a:buNone/>
            </a:pPr>
            <a:r>
              <a:rPr lang="en-US" sz="2100" dirty="0">
                <a:solidFill>
                  <a:srgbClr val="202A26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　　y 隨 x 增大</a:t>
            </a:r>
            <a:endParaRPr lang="en-US" sz="2100" dirty="0"/>
          </a:p>
          <a:p>
            <a:pPr algn="l" indent="0" marL="0">
              <a:lnSpc>
                <a:spcPct val="125000"/>
              </a:lnSpc>
              <a:buNone/>
            </a:pPr>
            <a:r>
              <a:rPr lang="en-US" sz="2100" dirty="0">
                <a:solidFill>
                  <a:srgbClr val="202A26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　　而＿＿？</a:t>
            </a:r>
            <a:endParaRPr lang="en-US" sz="2100" dirty="0"/>
          </a:p>
        </p:txBody>
      </p:sp>
      <p:sp>
        <p:nvSpPr>
          <p:cNvPr id="16" name="Shape 14"/>
          <p:cNvSpPr/>
          <p:nvPr/>
        </p:nvSpPr>
        <p:spPr>
          <a:xfrm>
            <a:off x="8101584" y="1463040"/>
            <a:ext cx="3502152" cy="3977640"/>
          </a:xfrm>
          <a:prstGeom prst="roundRect">
            <a:avLst>
              <a:gd name="adj" fmla="val 2611"/>
            </a:avLst>
          </a:prstGeom>
          <a:solidFill>
            <a:srgbClr val="FFFFFF"/>
          </a:solidFill>
          <a:ln w="12700">
            <a:solidFill>
              <a:srgbClr val="C4D3C8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8101584" y="1463040"/>
            <a:ext cx="3502152" cy="868680"/>
          </a:xfrm>
          <a:prstGeom prst="roundRect">
            <a:avLst>
              <a:gd name="adj" fmla="val 10526"/>
            </a:avLst>
          </a:prstGeom>
          <a:solidFill>
            <a:srgbClr val="DCE6DF"/>
          </a:solidFill>
          <a:ln/>
        </p:spPr>
      </p:sp>
      <p:sp>
        <p:nvSpPr>
          <p:cNvPr id="18" name="Text 16"/>
          <p:cNvSpPr/>
          <p:nvPr/>
        </p:nvSpPr>
        <p:spPr>
          <a:xfrm>
            <a:off x="8101584" y="1572768"/>
            <a:ext cx="3502152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dirty="0">
                <a:solidFill>
                  <a:srgbClr val="46564E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★★★</a:t>
            </a:r>
            <a:endParaRPr lang="en-US" sz="2400" dirty="0"/>
          </a:p>
        </p:txBody>
      </p:sp>
      <p:sp>
        <p:nvSpPr>
          <p:cNvPr id="19" name="Text 17"/>
          <p:cNvSpPr/>
          <p:nvPr/>
        </p:nvSpPr>
        <p:spPr>
          <a:xfrm>
            <a:off x="8101584" y="1920240"/>
            <a:ext cx="3502152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2E4A4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練習 C</a:t>
            </a:r>
            <a:endParaRPr lang="en-US" sz="2000" dirty="0"/>
          </a:p>
        </p:txBody>
      </p:sp>
      <p:sp>
        <p:nvSpPr>
          <p:cNvPr id="20" name="Text 18"/>
          <p:cNvSpPr/>
          <p:nvPr/>
        </p:nvSpPr>
        <p:spPr>
          <a:xfrm>
            <a:off x="8375904" y="2514600"/>
            <a:ext cx="2953512" cy="2743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2100" dirty="0">
                <a:solidFill>
                  <a:srgbClr val="202A26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小明話：「y ＝ 5/x</a:t>
            </a:r>
            <a:endParaRPr lang="en-US" sz="2100" dirty="0"/>
          </a:p>
          <a:p>
            <a:pPr algn="l" indent="0" marL="0">
              <a:lnSpc>
                <a:spcPct val="125000"/>
              </a:lnSpc>
              <a:buNone/>
            </a:pPr>
            <a:r>
              <a:rPr lang="en-US" sz="2100" dirty="0">
                <a:solidFill>
                  <a:srgbClr val="202A26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入面 x 越大 y 越細，</a:t>
            </a:r>
            <a:endParaRPr lang="en-US" sz="2100" dirty="0"/>
          </a:p>
          <a:p>
            <a:pPr algn="l" indent="0" marL="0">
              <a:lnSpc>
                <a:spcPct val="125000"/>
              </a:lnSpc>
              <a:buNone/>
            </a:pPr>
            <a:r>
              <a:rPr lang="en-US" sz="2100" dirty="0">
                <a:solidFill>
                  <a:srgbClr val="202A26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所以 (−1, −5) 嘅 y</a:t>
            </a:r>
            <a:endParaRPr lang="en-US" sz="2100" dirty="0"/>
          </a:p>
          <a:p>
            <a:pPr algn="l" indent="0" marL="0">
              <a:lnSpc>
                <a:spcPct val="125000"/>
              </a:lnSpc>
              <a:buNone/>
            </a:pPr>
            <a:r>
              <a:rPr lang="en-US" sz="2100" dirty="0">
                <a:solidFill>
                  <a:srgbClr val="202A26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細過 (1, 5) 嘅 y。」</a:t>
            </a:r>
            <a:endParaRPr lang="en-US" sz="2100" dirty="0"/>
          </a:p>
          <a:p>
            <a:pPr algn="l" indent="0" marL="0">
              <a:lnSpc>
                <a:spcPct val="125000"/>
              </a:lnSpc>
              <a:buNone/>
            </a:pPr>
            <a:endParaRPr lang="en-US" sz="2100" dirty="0"/>
          </a:p>
          <a:p>
            <a:pPr algn="l" indent="0" marL="0">
              <a:lnSpc>
                <a:spcPct val="125000"/>
              </a:lnSpc>
              <a:buNone/>
            </a:pPr>
            <a:r>
              <a:rPr lang="en-US" sz="2100" dirty="0">
                <a:solidFill>
                  <a:srgbClr val="202A26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佢個結論啱唔啱？</a:t>
            </a:r>
            <a:endParaRPr lang="en-US" sz="2100" dirty="0"/>
          </a:p>
          <a:p>
            <a:pPr algn="l" indent="0" marL="0">
              <a:lnSpc>
                <a:spcPct val="125000"/>
              </a:lnSpc>
              <a:buNone/>
            </a:pPr>
            <a:r>
              <a:rPr lang="en-US" sz="2100" dirty="0">
                <a:solidFill>
                  <a:srgbClr val="202A26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佢個理由啱唔啱？</a:t>
            </a:r>
            <a:endParaRPr lang="en-US" sz="2100" dirty="0"/>
          </a:p>
        </p:txBody>
      </p:sp>
      <p:sp>
        <p:nvSpPr>
          <p:cNvPr id="21" name="Text 19"/>
          <p:cNvSpPr/>
          <p:nvPr/>
        </p:nvSpPr>
        <p:spPr>
          <a:xfrm>
            <a:off x="548640" y="5623560"/>
            <a:ext cx="11064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4E5C55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練習 C 要分開睇「結論」同「理由」。</a:t>
            </a:r>
            <a:endParaRPr lang="en-US" sz="20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1F4F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6437376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6B7A72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初三數學 · L3　增減性與中心對稱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11247120" y="6437376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6B7A72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13</a:t>
            </a:r>
            <a:endParaRPr lang="en-US" sz="1100" dirty="0"/>
          </a:p>
        </p:txBody>
      </p:sp>
      <p:sp>
        <p:nvSpPr>
          <p:cNvPr id="4" name="Shape 2"/>
          <p:cNvSpPr/>
          <p:nvPr/>
        </p:nvSpPr>
        <p:spPr>
          <a:xfrm>
            <a:off x="548640" y="475488"/>
            <a:ext cx="274320" cy="274320"/>
          </a:xfrm>
          <a:prstGeom prst="ellipse">
            <a:avLst/>
          </a:prstGeom>
          <a:solidFill>
            <a:srgbClr val="5E8574"/>
          </a:solidFill>
          <a:ln/>
        </p:spPr>
      </p:sp>
      <p:sp>
        <p:nvSpPr>
          <p:cNvPr id="5" name="Text 3"/>
          <p:cNvSpPr/>
          <p:nvPr/>
        </p:nvSpPr>
        <p:spPr>
          <a:xfrm>
            <a:off x="932688" y="347472"/>
            <a:ext cx="106984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2E4A4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今日帶走</a:t>
            </a:r>
            <a:endParaRPr lang="en-US" sz="3200" dirty="0"/>
          </a:p>
        </p:txBody>
      </p:sp>
      <p:sp>
        <p:nvSpPr>
          <p:cNvPr id="6" name="Shape 4"/>
          <p:cNvSpPr/>
          <p:nvPr/>
        </p:nvSpPr>
        <p:spPr>
          <a:xfrm>
            <a:off x="548640" y="1600200"/>
            <a:ext cx="11064240" cy="1554480"/>
          </a:xfrm>
          <a:prstGeom prst="roundRect">
            <a:avLst>
              <a:gd name="adj" fmla="val 5882"/>
            </a:avLst>
          </a:prstGeom>
          <a:solidFill>
            <a:srgbClr val="5E8574"/>
          </a:solidFill>
          <a:ln/>
        </p:spPr>
      </p:sp>
      <p:sp>
        <p:nvSpPr>
          <p:cNvPr id="7" name="Text 5"/>
          <p:cNvSpPr/>
          <p:nvPr/>
        </p:nvSpPr>
        <p:spPr>
          <a:xfrm>
            <a:off x="914400" y="1600200"/>
            <a:ext cx="1033272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講增減，一定要先講「每一支上」</a:t>
            </a:r>
            <a:endParaRPr lang="en-US" sz="3000" dirty="0"/>
          </a:p>
        </p:txBody>
      </p:sp>
      <p:sp>
        <p:nvSpPr>
          <p:cNvPr id="8" name="Text 6"/>
          <p:cNvSpPr/>
          <p:nvPr/>
        </p:nvSpPr>
        <p:spPr>
          <a:xfrm>
            <a:off x="548640" y="3429000"/>
            <a:ext cx="11064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4E5C55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保底三句</a:t>
            </a:r>
            <a:endParaRPr lang="en-US" sz="2000" dirty="0"/>
          </a:p>
        </p:txBody>
      </p:sp>
      <p:sp>
        <p:nvSpPr>
          <p:cNvPr id="9" name="Shape 7"/>
          <p:cNvSpPr/>
          <p:nvPr/>
        </p:nvSpPr>
        <p:spPr>
          <a:xfrm>
            <a:off x="548640" y="3886200"/>
            <a:ext cx="11064240" cy="2148840"/>
          </a:xfrm>
          <a:prstGeom prst="roundRect">
            <a:avLst>
              <a:gd name="adj" fmla="val 4255"/>
            </a:avLst>
          </a:prstGeom>
          <a:solidFill>
            <a:srgbClr val="DCE6DF"/>
          </a:solidFill>
          <a:ln w="12700">
            <a:solidFill>
              <a:srgbClr val="C4D3C8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1005840" y="4069080"/>
            <a:ext cx="10149840" cy="1783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35000"/>
              </a:lnSpc>
              <a:buNone/>
            </a:pPr>
            <a:r>
              <a:rPr lang="en-US" sz="2400" b="1" dirty="0">
                <a:solidFill>
                  <a:srgbClr val="202A26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1　k ＞ 0：每一支上，y 隨 x 增大而減小</a:t>
            </a:r>
            <a:endParaRPr lang="en-US" sz="2400" dirty="0"/>
          </a:p>
          <a:p>
            <a:pPr algn="l" indent="0" marL="0">
              <a:lnSpc>
                <a:spcPct val="135000"/>
              </a:lnSpc>
              <a:buNone/>
            </a:pPr>
            <a:r>
              <a:rPr lang="en-US" sz="2400" b="1" dirty="0">
                <a:solidFill>
                  <a:srgbClr val="202A26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2　k ＜ 0：每一支上，y 隨 x 增大而增大</a:t>
            </a:r>
            <a:endParaRPr lang="en-US" sz="2400" dirty="0"/>
          </a:p>
          <a:p>
            <a:pPr algn="l" indent="0" marL="0">
              <a:lnSpc>
                <a:spcPct val="135000"/>
              </a:lnSpc>
              <a:buNone/>
            </a:pPr>
            <a:r>
              <a:rPr lang="en-US" sz="2400" b="1" dirty="0">
                <a:solidFill>
                  <a:srgbClr val="202A26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3　兩支之間關於原點對稱，但唔可以互相比大細</a:t>
            </a:r>
            <a:endParaRPr lang="en-US" sz="24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34493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011680"/>
            <a:ext cx="1106424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L3 完成</a:t>
            </a:r>
            <a:endParaRPr lang="en-US" sz="4000" dirty="0"/>
          </a:p>
        </p:txBody>
      </p:sp>
      <p:sp>
        <p:nvSpPr>
          <p:cNvPr id="3" name="Text 1"/>
          <p:cNvSpPr/>
          <p:nvPr/>
        </p:nvSpPr>
        <p:spPr>
          <a:xfrm>
            <a:off x="548640" y="347472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dirty="0">
                <a:solidFill>
                  <a:srgbClr val="C9D6CE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下一課：知道一個點，點樣求成條式？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548640" y="5943600"/>
            <a:ext cx="11064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8AA697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本課為調整支援（Accommodation）：年級標準不變，只調整呈現方式與練習層次。</a:t>
            </a:r>
            <a:endParaRPr lang="en-US" sz="14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14</Slides>
  <Notes>14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14</vt:i4>
      </vt:variant>
    </vt:vector>
  </HeadingPairs>
  <TitlesOfParts>
    <vt:vector size="17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2026-07-20T04:50:29Z</dcterms:created>
  <dcterms:modified xsi:type="dcterms:W3CDTF">2026-07-20T04:50:29Z</dcterms:modified>
</cp:coreProperties>
</file>