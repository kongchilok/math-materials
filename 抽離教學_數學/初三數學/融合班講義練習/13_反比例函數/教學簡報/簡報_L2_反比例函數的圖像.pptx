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雙曲線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係咩樣？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　反比例函數的圖像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y ＝ 12/x 畫出嚟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可唔可以係負數？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填表 → 描點 → 連線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 k 嘅正負，判象限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揀一層，自己做做看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今日主要係「畫」同「睇」，唔使計難嘅嘢。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上一課淨係填正數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可唔可以係負數？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−2　→　y ＝ 12/(−2) ＝ −6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−3　→　y ＝ 12/(−3) ＝ −4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負數完全可以。唯獨 x ＝ 0 唔得——0 唔可以做分母。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轉換點：一齊填：x ＝ −6 嘅時候，y 係幾多？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完整對應表：y ＝ 12/x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−6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−3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−2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＝ 12/x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× y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轉換點：下一頁：一齊描點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先描點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268980"/>
            <a:ext cx="31546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52060" y="33238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3305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397034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8434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847703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9103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298371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771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199709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1109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4650377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1777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5101046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2446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22000" y="4620986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50211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22000" y="4170317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05144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2000" y="3719649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60077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22000" y="2818311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994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22000" y="2367643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24877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22000" y="1916974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79810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323882" y="3646497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74551" y="3871831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99885" y="4097165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25219" y="4547834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26557" y="1843822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51891" y="2294491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7225" y="2519825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7894" y="2745159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八個點，自然分成兩堆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右上一堆：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x、y 都係正數。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左下一堆：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x、y 都係負數。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再連線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268980"/>
            <a:ext cx="31546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52060" y="33238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3305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397034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8434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847703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9103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298371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771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199709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1109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4650377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1777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5101046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2446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22000" y="4620986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50211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22000" y="4170317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05144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2000" y="3719649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60077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22000" y="2818311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994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22000" y="2367643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24877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22000" y="1916974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79810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35327" y="1691640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5104" y="1804525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94880" y="1902332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24656" y="1987892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54433" y="2063370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84209" y="2130449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13985" y="2190457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43762" y="2244456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73538" y="2293306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3314" y="2337709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33091" y="237824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62867" y="2415403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92643" y="2449583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22419" y="2481131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52196" y="251034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81972" y="2537460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1748" y="256270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41525" y="2586272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71301" y="2608314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1077" y="2628977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30854" y="2648387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60630" y="2666654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90406" y="2683877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20183" y="2700142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49959" y="2715527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79735" y="2730102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09512" y="2743929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39288" y="2757064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69064" y="2769558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98841" y="2781457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8617" y="2792802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58393" y="2803631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88169" y="2813978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117946" y="2823875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47722" y="2833351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77498" y="2842432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207275" y="2851142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37051" y="2859503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66827" y="2867536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96604" y="2875260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71700" y="3655267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201476" y="3662700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31253" y="3670424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61029" y="3678457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290805" y="3686818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20582" y="3695528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350358" y="3704609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380134" y="3714085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409911" y="3723982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39687" y="3734329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69463" y="3745158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99239" y="3756503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529016" y="3768402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58792" y="3780896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88568" y="3794031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618345" y="3807858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48121" y="3822433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77897" y="3837818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07674" y="3854083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37450" y="3871306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67226" y="3889573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97003" y="3908983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826779" y="3929646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856555" y="395168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86332" y="3975252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16108" y="400050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945884" y="4027620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75661" y="4056829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005437" y="4088377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35213" y="412255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064989" y="4159713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94766" y="4200251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124542" y="4244654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154318" y="4293504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84095" y="4347503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213871" y="4407511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43647" y="4474590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73424" y="4550068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303200" y="4635628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332976" y="4733435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323882" y="3646497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74551" y="3871831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999885" y="4097165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225219" y="4547834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26557" y="1843822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51891" y="2294491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77225" y="2519825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027894" y="2745159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12/x 的圖像：雙曲線，有兩支</a:t>
            </a:r>
            <a:endParaRPr lang="en-US" sz="2100" dirty="0"/>
          </a:p>
        </p:txBody>
      </p:sp>
      <p:sp>
        <p:nvSpPr>
          <p:cNvPr id="125" name="Text 123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連埋就係雙曲線。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兩支各自一條，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中間斷開，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唔會駁埋一齊。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 k 變負數呢？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268980"/>
            <a:ext cx="31546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52060" y="33238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3305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397034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8434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847703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9103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298371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771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199709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1109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4650377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1777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5101046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2446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22000" y="4620986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50211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22000" y="4170317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05144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2000" y="3719649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60077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22000" y="2818311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994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22000" y="2367643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24877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22000" y="1916974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79810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flipV="1">
            <a:off x="4135327" y="4733435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165104" y="4635628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194880" y="4550068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224656" y="4474590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254433" y="4407511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284209" y="4347503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4313985" y="4293504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4343762" y="4244654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4373538" y="4200251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4403314" y="4159713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433091" y="412255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4462867" y="4088377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4492643" y="4056829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4522419" y="4027620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4552196" y="400050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581972" y="3975252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611748" y="395168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641525" y="3929646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671301" y="3908983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701077" y="3889573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730854" y="3871306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760630" y="3854083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790406" y="3837818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4820183" y="3822433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849959" y="3807858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879735" y="3794031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4909512" y="3780896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4939288" y="3768402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4969064" y="3756503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4998841" y="3745158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5028617" y="3734329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5058393" y="3723982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5088169" y="3714085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5117946" y="3704609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5147722" y="3695528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5177498" y="3686818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5207275" y="3678457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5237051" y="3670424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5266827" y="3662700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5296604" y="3655267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2171700" y="2875260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2201476" y="2867536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2231253" y="2859503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2261029" y="2851142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2290805" y="2842432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2320582" y="2833351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2350358" y="2823875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2380134" y="2813978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2409911" y="2803631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2439687" y="2792802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2469463" y="2781457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2499239" y="2769558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2529016" y="2757064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2558792" y="2743929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2588568" y="2730102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2618345" y="2715527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2648121" y="2700142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2677897" y="2683877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2707674" y="2666654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2737450" y="2648387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2767226" y="2628977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2797003" y="2608314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2826779" y="2586272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2856555" y="256270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2886332" y="2537460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2916108" y="251034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2945884" y="2481131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2975661" y="2449583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005437" y="2415403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3035213" y="237824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064989" y="2337709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3094766" y="2293306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124542" y="2244456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154318" y="2190457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184095" y="2130449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3213871" y="2063370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243647" y="1987892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3273424" y="1902332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3303200" y="1804525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3332976" y="1691640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999885" y="2294491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524397" y="189215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(−3, 4)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2323882" y="2745159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51891" y="4097165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876403" y="369482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(3, −4)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5027894" y="3646497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−12/x：兩支跑咗去第二、四象限</a:t>
            </a:r>
            <a:endParaRPr lang="en-US" sz="2100" dirty="0"/>
          </a:p>
        </p:txBody>
      </p:sp>
      <p:sp>
        <p:nvSpPr>
          <p:cNvPr id="123" name="Text 121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由 12 變成 −12，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兩支就由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一、三象限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搬咗去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二、四象限。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 k 嘅正負，就知喺邊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＞ 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例：y ＝ 12/x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兩支喺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第一、三象限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（右上 ＋ 左下）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＜ 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例：y ＝ −12/x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兩支喺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第二、四象限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（左上 ＋ 右下）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唔使畫圖都判斷到——淨係睇 k 前面有冇負號。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會唔會掂到原點？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雙曲線會唔會經過原點 (0, 0)？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0　→　分母係 0，計唔到。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0　→　12/x 永遠唔會等於 0。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所以圖像唔經過原點，亦都唔會掂到兩條坐標軸——越行越近，但永遠唔掂。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睇圖四步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搵出 k：分數線上面嗰個數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＞ 0：兩支喺第一、三象限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＜ 0：兩支喺第二、四象限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記住：兩支都唔會掂坐標軸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呢四步同 L1 嘅判斷步驟接得上：先搵 k，再判象限。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轉換點：下一頁：自己揀一層做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6/x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k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喺第幾象限？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−6/x 呢？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k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喺第幾象限？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8/x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2　→　y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−4　→　y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再講出兩支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喺邊兩個象限。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k/x 嘅圖像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有一支經過 (−3, 2)。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k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兩支喺邊兩個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象限？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做完一層想試上一層，隨時可以。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L2　圖像：雙曲線與象限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＞ 0 喺一、三象限；k ＜ 0 喺二、四象限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圖像叫雙曲線，有兩支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睇 k 嘅正負，就知喺邊兩個象限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永遠唔掂原點，亦唔掂坐標軸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 完成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下一課：喺同一支上面，y 係點樣變？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本課為調整支援（Accommodation）：年級標準不變，只調整呈現方式與練習層次。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2026-07-20T04:50:29Z</dcterms:created>
  <dcterms:modified xsi:type="dcterms:W3CDTF">2026-07-20T04:50:29Z</dcterms:modified>
</cp:coreProperties>
</file>