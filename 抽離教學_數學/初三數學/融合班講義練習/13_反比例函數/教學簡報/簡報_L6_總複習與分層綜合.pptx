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五課合埋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記住兩個字：睇 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L6　總複習與分層綜合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決定象限、決定增減、決定面積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L6　總複習與分層綜合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五課重點，一頁過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三大陷阱，逐個拆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綜合題：同一次函數交點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揀一層，做綜合練習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今日唔教新嘢，係把五課串返埋一齊。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L6　總複習與分層綜合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重點回顧（一）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k/x，x 喺分數線下面，k ≠ 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　又可以寫成 xy ＝ k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圖像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雙曲線兩支，睇 k 嘅正負判象限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L2　k ＞ 0 一、三象限；k ＜ 0 二、四象限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增減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每一支上，y 隨 x 點變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L3　k ＞ 0 減小；k ＜ 0 增大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L6　總複習與分層綜合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重點回顧（二）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L4　求解析式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 y ＝ k/x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把點嘅 x、y 代入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解出 k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寫返落條式度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L5　矩形面積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圖像上任一點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向兩條軸畫垂線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面積 ＝ |x × y|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 |k|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一個係「由點求式」，一個係「由式求面積」。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轉換點：下一頁：三大陷阱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L6　總複習與分層綜合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三大陷阱，逐個拆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900684"/>
          </a:xfrm>
          <a:prstGeom prst="roundRect">
            <a:avLst>
              <a:gd name="adj" fmla="val 8122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39062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3906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y ＝ 12/x：y 隨 x 增大而減小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漏咗「每一支上」四個字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610612"/>
            <a:ext cx="11064240" cy="900684"/>
          </a:xfrm>
          <a:prstGeom prst="roundRect">
            <a:avLst>
              <a:gd name="adj" fmla="val 8122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740914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4091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610612"/>
            <a:ext cx="9692640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y ＝ 12/x：每一支上，y 隨 x 增大而減小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講齊先至啱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3712464"/>
            <a:ext cx="11064240" cy="900684"/>
          </a:xfrm>
          <a:prstGeom prst="roundRect">
            <a:avLst>
              <a:gd name="adj" fmla="val 8122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842766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84276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3712464"/>
            <a:ext cx="9692640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雙曲線會經過原點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≠ 0、y ≠ 0，永遠唔掂原點同坐標軸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48640" y="4814316"/>
            <a:ext cx="11064240" cy="900684"/>
          </a:xfrm>
          <a:prstGeom prst="roundRect">
            <a:avLst>
              <a:gd name="adj" fmla="val 8122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944618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94461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691640" y="4814316"/>
            <a:ext cx="9692640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y ＝ x/5 係反比例函數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走咗上分子，呢個係正比例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L6　總複習與分層綜合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快速辨識：係唔係？k 幾多？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948690"/>
          </a:xfrm>
          <a:prstGeom prst="roundRect">
            <a:avLst>
              <a:gd name="adj" fmla="val 7711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19428" y="1669923"/>
            <a:ext cx="8915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410968" y="1546631"/>
            <a:ext cx="45872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4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2640" dirty="0"/>
          </a:p>
        </p:txBody>
      </p:sp>
      <p:sp>
        <p:nvSpPr>
          <p:cNvPr id="9" name="Shape 7"/>
          <p:cNvSpPr/>
          <p:nvPr/>
        </p:nvSpPr>
        <p:spPr>
          <a:xfrm>
            <a:off x="2456688" y="1955673"/>
            <a:ext cx="367284" cy="0"/>
          </a:xfrm>
          <a:prstGeom prst="line">
            <a:avLst/>
          </a:prstGeom>
          <a:noFill/>
          <a:ln w="28575">
            <a:solidFill>
              <a:srgbClr val="2E4A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10968" y="2002612"/>
            <a:ext cx="45872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4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640" dirty="0"/>
          </a:p>
        </p:txBody>
      </p:sp>
      <p:sp>
        <p:nvSpPr>
          <p:cNvPr id="11" name="Shape 9"/>
          <p:cNvSpPr/>
          <p:nvPr/>
        </p:nvSpPr>
        <p:spPr>
          <a:xfrm>
            <a:off x="3931920" y="1672209"/>
            <a:ext cx="566928" cy="566928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167220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90288" y="1481328"/>
            <a:ext cx="86868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32120" y="1481328"/>
            <a:ext cx="59436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＝ 7 ＞ 0　→　第一、三象限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2612898"/>
            <a:ext cx="11064240" cy="948690"/>
          </a:xfrm>
          <a:prstGeom prst="roundRect">
            <a:avLst>
              <a:gd name="adj" fmla="val 7711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19428" y="2801493"/>
            <a:ext cx="8915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410968" y="2678201"/>
            <a:ext cx="45872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4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640" dirty="0"/>
          </a:p>
        </p:txBody>
      </p:sp>
      <p:sp>
        <p:nvSpPr>
          <p:cNvPr id="18" name="Shape 16"/>
          <p:cNvSpPr/>
          <p:nvPr/>
        </p:nvSpPr>
        <p:spPr>
          <a:xfrm>
            <a:off x="2456688" y="3087243"/>
            <a:ext cx="367284" cy="0"/>
          </a:xfrm>
          <a:prstGeom prst="line">
            <a:avLst/>
          </a:prstGeom>
          <a:noFill/>
          <a:ln w="28575">
            <a:solidFill>
              <a:srgbClr val="2E4A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10968" y="3134182"/>
            <a:ext cx="45872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4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2640" dirty="0"/>
          </a:p>
        </p:txBody>
      </p:sp>
      <p:sp>
        <p:nvSpPr>
          <p:cNvPr id="20" name="Shape 18"/>
          <p:cNvSpPr/>
          <p:nvPr/>
        </p:nvSpPr>
        <p:spPr>
          <a:xfrm>
            <a:off x="3931920" y="2803779"/>
            <a:ext cx="566928" cy="566928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0" y="280377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90288" y="2612898"/>
            <a:ext cx="86868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唔係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32120" y="2612898"/>
            <a:ext cx="59436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喺分子　→　唔係反比例函數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48640" y="3744468"/>
            <a:ext cx="11064240" cy="948690"/>
          </a:xfrm>
          <a:prstGeom prst="roundRect">
            <a:avLst>
              <a:gd name="adj" fmla="val 7711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17320" y="3933063"/>
            <a:ext cx="15544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xy ＝ −5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3931920" y="3935349"/>
            <a:ext cx="566928" cy="566928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27" name="Text 25"/>
          <p:cNvSpPr/>
          <p:nvPr/>
        </p:nvSpPr>
        <p:spPr>
          <a:xfrm>
            <a:off x="3931920" y="393534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590288" y="3744468"/>
            <a:ext cx="86868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532120" y="3744468"/>
            <a:ext cx="59436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改寫成 y ＝ −5/x，k ＝ −5　→　第二、四象限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48640" y="4876038"/>
            <a:ext cx="11064240" cy="948690"/>
          </a:xfrm>
          <a:prstGeom prst="roundRect">
            <a:avLst>
              <a:gd name="adj" fmla="val 7711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19428" y="5064633"/>
            <a:ext cx="8915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2410968" y="4941341"/>
            <a:ext cx="45872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4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2640" dirty="0"/>
          </a:p>
        </p:txBody>
      </p:sp>
      <p:sp>
        <p:nvSpPr>
          <p:cNvPr id="33" name="Shape 31"/>
          <p:cNvSpPr/>
          <p:nvPr/>
        </p:nvSpPr>
        <p:spPr>
          <a:xfrm>
            <a:off x="2456688" y="5350383"/>
            <a:ext cx="367284" cy="0"/>
          </a:xfrm>
          <a:prstGeom prst="line">
            <a:avLst/>
          </a:prstGeom>
          <a:noFill/>
          <a:ln w="28575">
            <a:solidFill>
              <a:srgbClr val="2E4A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10968" y="5397322"/>
            <a:ext cx="45872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4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640" dirty="0"/>
          </a:p>
        </p:txBody>
      </p:sp>
      <p:sp>
        <p:nvSpPr>
          <p:cNvPr id="35" name="Shape 33"/>
          <p:cNvSpPr/>
          <p:nvPr/>
        </p:nvSpPr>
        <p:spPr>
          <a:xfrm>
            <a:off x="3931920" y="5066919"/>
            <a:ext cx="566928" cy="566928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36" name="Text 34"/>
          <p:cNvSpPr/>
          <p:nvPr/>
        </p:nvSpPr>
        <p:spPr>
          <a:xfrm>
            <a:off x="3931920" y="50669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4590288" y="4876038"/>
            <a:ext cx="86868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唔係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532120" y="4876038"/>
            <a:ext cx="59436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＝ 0，唔符合 k ≠ 0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轉換點：下一頁：綜合題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L6　總複習與分層綜合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綜合題：兩條線交埋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k/x 同 y ＝ x ＋ 2 交於點 (1, m)。求 k 同 m。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交點 ＝ 兩條線都經過嘅點，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 (1, m) 兩條式都要成立。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先用簡單嗰條求 m，再用 m 求 k。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轉換點：一齊試：m 應該係幾多？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L6　總複習與分層綜合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交點四步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交點喺兩條線上面，兩條式都要成立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揀簡單嗰條先代（通常係一次函數）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計出未知嘅坐標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再代入另一條，求 k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呢四步同 L4 嘅「設 → 代入 → 解 → 寫返」係同一套思路。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L6　總複習與分層綜合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找錯題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小明話：「y ＝ 12/x，x 越嚟越細，最後會掂到原點。」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＝ 1　→　y ＝ 12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＝ 0.1　→　y ＝ 120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越細，y 反而越衝越大，離原點越嚟越遠。x ＝ 0 更加計唔到。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L6　總複習與分層綜合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綜合練習：揀一層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−4/x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(1) k ＝ 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(2) 第幾象限？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(3) 每一支上，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y 隨 x 增大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而＿＿？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圖像過 (−2, 6)。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(1) 求解析式。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(2) 矩形面積 ＝ 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(3) 點 (3, −4)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喺圖像上嗎？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k/x 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x − 1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交於點 (3, m)。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(1) 求 m 同 k。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(2) 矩形面積 ＝ ？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三層都係同一個單元嘅嘢，唔同嘅只係要接幾多步。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L6　總複習與分層綜合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 k：k 決定象限、決定增減、決定矩形面積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　y ＝ k/x（k ≠ 0），x 一定喺分數線下面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　k ＞ 0 一、三象限；k ＜ 0 二、四象限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　講增減先講「每一支上」；矩形面積 ＝ |k|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成個單元完成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記住兩個字：睇 k。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本單元 L1–L6 為調整支援（Accommodation）：年級標準不變，只調整呈現方式與練習層次。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2026-07-20T04:50:30Z</dcterms:created>
  <dcterms:modified xsi:type="dcterms:W3CDTF">2026-07-20T04:50:30Z</dcterms:modified>
</cp:coreProperties>
</file>