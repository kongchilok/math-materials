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開場定調：今天不趕進度，跟著兩站走。站①看懂拋物線的樣子，站②把它用在方程和最值問題。每一站都是：學一招 → 看老師示範 → 自己挑星星練習。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先給地圖：讓學生知道整節課的結構，減少焦慮。兩站節奏一致，做完一站休息一下。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進入站①。這一站的主角是「圖」：先讓學生對拋物線的樣子有畫面，再談性質。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低門檻暖身：只判斷「是不是」，人人答得出。口頭補充：二次＝最高次方是 2；它的圖像一定是拋物線。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保底成功經驗：全班都要能認出這是二次函數、圖像是拋物線。提醒 a≠0，若 x² 係數是 0 就變一次函數（直線）。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先看圖建立畫面：y=x² 開口向上、y=−x² 開口向下。口訣：a 正笑、a 負哭。|a| 越大開口越窄（夾得越緊）。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頂點式的好處：h、k 直接就是頂點座標。提醒括號裡是 (x − h)，所以 (x−1) 對應 h=1（號要反過來看）。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配方口訣：一次係數的一半，平方，加了要補回。慢慢做，重點在「加多少就要減多少」。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把配方結果和圖對起來：頂點在最低點，對稱軸把拋物線分成左右對稱兩半。與 x 軸交點就是 y=0 的解。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鷹架先撐後撤：前幾題照四格一格一格填，熟了就不用模板。每條拋物線都問同樣四件事。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轉換點：起身伸展 30 秒。預告下一段是自己動手做，讓 ADHD/ASD 學生有準備。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解答核對｜A1: (1)上,x=1,頂點(1,3)；(2)下,x=−2,頂點(−2,−1)。A2: (x−3)²−4,頂點(3,−4)。 B3: (x+1)²−4;上;軸x=−1;頂點(−1,−4);與x軸(−3,0)(1,0);與y軸(0,−3)。B4: 頂點(1,4),軸x=1,x軸約(−1,0)(3,0)。 C5: y=(x−1)²−4=x²−2x−3,a=1,b=−2,c=−3。C6: 配方漏了常數,(x−2)²=x²−4x+4,要 −4+3=−1,正確 y=(x−2)²−1。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回收站①：配方 → 頂點式 → 讀圖。保底句要全班能覆述。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進入站②。兩個賣點：拋物線和 x 軸的交點＝方程的根；生活裡的「最大／最小」用頂點求。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把站①的「圖」接到「方程」：令 y=0，就是解方程。圖上的交點 ↔ 方程的根，是同一件事。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Δ 就像紅綠燈：正=兩個交點、零=一個（相切）、負=不相交。先算 Δ 再說。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步驟固定：找 a,b,c → 算 b²−4ac → 看正負。帶全班一題一題算，強調符號（負負得正）。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圖上兩個交點，就是方程 x²−2x−3=0 的兩個根 x=3、−1。把「圖的交點」和「方程的根」畫上等號。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口訣：開口向上有最小值、開口向下有最大值，都在頂點取得。第四步一定要檢查答案合不合理。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先看圖（開口向下、頂點是最高點＝最大面積），再看四步列式。強調頂點的 y=25 就是最大面積。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應用題不可怕，套四格模板就有骨架。鷹架先撐後撤：熟了以後心裡有這四步就好。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轉換點：起身伸展 30 秒。預告下一段是自己動手做，讓 ADHD/ASD 學生有準備。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解答核對｜A1: Δ=12&gt;0(2個)、Δ=0(1個)、Δ=−3&lt;0(0個)。A2: (x−3)(x+2)=0 → (3,0)(−2,0)。 B3: y=−(x−2)²+1,頂點(2,1),最大值1,與x軸(1,0)(3,0),與y軸(0,−3)。B4: 長+寬=12,y=−(x−6)²+36,x=6(邊長6正方形),最大面積36平方米。 C5: y=(x−40)(100−x)=−(x−70)²+900,售價70元最大利潤900元。C6: 過(0,−1)→c=−1;最小值 c−4/a=−1−4/a=−5 → a=1;答 a=1,c=−1。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回收站②。保底：會算 Δ 判交點、會用頂點找最值，就達標。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整體回收。可請學生每站講一句自己的話覆述。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正向收束，asset-based。肯定努力與策略，不用「終於」「總算」等字眼。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此頁供教師/IEP 對接用，上課可略過。屬 Accommodation，未剪裁課程內容；未含任何學生可識別資料。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抽離小組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24028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二次函數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77240" y="32004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FE0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兩站通關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圖像與性質</a:t>
            </a:r>
            <a:pPr algn="l" indent="0" marL="0">
              <a:buNone/>
            </a:pPr>
            <a:r>
              <a:rPr lang="en-US" sz="2200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 →     </a:t>
            </a:r>
            <a:pPr algn="l" indent="0" marL="0">
              <a:buNone/>
            </a:pPr>
            <a:r>
              <a:rPr lang="en-US" sz="22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方程與應用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融合版 · 同一份簡報，跟著兩站一步一步走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96596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368296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368296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606040" y="21488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圖像與性質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606040" y="271576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認識拋物線 → 開口、頂點、對稱軸、配方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968496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968496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37490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方程與應用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606040" y="431596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交點就是方程的根 → 用頂點求最大最小值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5852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每一站都一樣：學一招 → 看範例 → 挑星星練習 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二次函數（抽離小組·融合版）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291840" y="196596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二次函數的圖像與性質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338328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35564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3832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</a:t>
            </a:r>
            <a:pPr algn="l" indent="0" marL="0">
              <a:buNone/>
            </a:pPr>
            <a:r>
              <a:rPr lang="en-US" sz="24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看得懂拋物線——開口、頂點、對稱軸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二次函數（抽離小組·融合版）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引入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哪一條是「二次函數」？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0698480" cy="1051560"/>
          </a:xfrm>
          <a:prstGeom prst="roundRect">
            <a:avLst>
              <a:gd name="adj" fmla="val 10435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2024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x² − 4x + 3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0" y="192024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 ✔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680960" y="192024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最高次是 2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3136392"/>
            <a:ext cx="10698480" cy="1051560"/>
          </a:xfrm>
          <a:prstGeom prst="roundRect">
            <a:avLst>
              <a:gd name="adj" fmla="val 10435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136392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2x²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852160" y="3136392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 ✔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680960" y="3136392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 x² 項也算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4352544"/>
            <a:ext cx="10698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4352544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3x + 1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852160" y="4352544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不是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680960" y="4352544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最高次只有 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二次函數（抽離小組·融合版）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概念（保底）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一般式：看到 x²，就是拋物線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1051560"/>
          </a:xfrm>
          <a:prstGeom prst="roundRect">
            <a:avLst>
              <a:gd name="adj" fmla="val 10435"/>
            </a:avLst>
          </a:prstGeom>
          <a:solidFill>
            <a:srgbClr val="4E877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10149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a x² + b x + c</a:t>
            </a:r>
            <a:pPr algn="l" indent="0" marL="0">
              <a:buNone/>
            </a:pPr>
            <a:r>
              <a:rPr lang="en-US" sz="2400" dirty="0">
                <a:solidFill>
                  <a:srgbClr val="CFE0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 （ a ≠ 0 ）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97180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916936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最高次方是 2（有 x² 項）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22960" y="3685032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85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630168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是 x² 前的數，a 不能是 0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2960" y="4398264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98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343400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它的圖像是一條「拋物線」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0" y="2926080"/>
            <a:ext cx="3657600" cy="2148840"/>
          </a:xfrm>
          <a:prstGeom prst="roundRect">
            <a:avLst>
              <a:gd name="adj" fmla="val 5106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55280" y="30358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955280" y="3429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x² − 4x + 3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5528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= 1　b = −4　c = 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955280" y="4526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認得 a、b、c，你就開始了 👍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二次函數（抽離小組·融合版）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看圖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開口方向，看 a 的正負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4509436"/>
          </a:xfrm>
          <a:prstGeom prst="roundRect">
            <a:avLst>
              <a:gd name="adj" fmla="val 243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pic>
        <p:nvPicPr>
          <p:cNvPr id="5" name="Image 0" descr="C:\Users\KongChiLok\notebookLM\抽離教學_數學\初三數學\融合班講義練習\簡報_二次函數05-06\assets\p_up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5029200" cy="42351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920240"/>
            <a:ext cx="5257800" cy="1207008"/>
          </a:xfrm>
          <a:prstGeom prst="roundRect">
            <a:avLst>
              <a:gd name="adj" fmla="val 9091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0" y="1920240"/>
            <a:ext cx="173736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E8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&gt; 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75320" y="1920240"/>
            <a:ext cx="310896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開口向上，像笑臉 ∪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309360" y="3291840"/>
            <a:ext cx="5257800" cy="1207008"/>
          </a:xfrm>
          <a:prstGeom prst="roundRect">
            <a:avLst>
              <a:gd name="adj" fmla="val 9091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83680" y="3291840"/>
            <a:ext cx="173736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E8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&lt; 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275320" y="3291840"/>
            <a:ext cx="310896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開口向下，像哭臉 ∩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6309360" y="4663440"/>
            <a:ext cx="5257800" cy="1207008"/>
          </a:xfrm>
          <a:prstGeom prst="roundRect">
            <a:avLst>
              <a:gd name="adj" fmla="val 9091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83680" y="4663440"/>
            <a:ext cx="173736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E8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|a| 越大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275320" y="4663440"/>
            <a:ext cx="310896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開口越窄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二次函數（抽離小組·融合版）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頂點式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頂點式：一眼看出頂點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1051560"/>
          </a:xfrm>
          <a:prstGeom prst="roundRect">
            <a:avLst>
              <a:gd name="adj" fmla="val 10435"/>
            </a:avLst>
          </a:prstGeom>
          <a:solidFill>
            <a:srgbClr val="4E877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10149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a(x − h)² + 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頂點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017520" y="3017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(h, k)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對稱軸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017520" y="3703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直線 x = 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怎麼來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1752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y = ax² 平移得到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0" y="292608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55280" y="30358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955280" y="34564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2(x − 1)² + 3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955280" y="39776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頂點 (1, 3)</a:t>
            </a:r>
            <a:endParaRPr lang="en-US" sz="2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對稱軸 x = 1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二次函數（抽離小組·融合版）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配方（步驟卡）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一般式 → 頂點式（配方）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DCEAE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把 y = x² − 4x + 3 化頂點式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77240" y="286321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6321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69748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x 的係數 −4，取一半 = −2，平方 = 4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365188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65188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48615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湊完全平方：x² − 4x + 4 = (x − 2)²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444055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44055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27482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補回常數：y = (x − 2)² − 4 + 3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522922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22922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506349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整理：y = (x − 2)² − 1 → 頂點 (2, −1)、軸 x = 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二次函數（抽離小組·融合版）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863840" y="1600200"/>
            <a:ext cx="3566160" cy="822960"/>
          </a:xfrm>
          <a:prstGeom prst="roundRect">
            <a:avLst>
              <a:gd name="adj" fmla="val 11111"/>
            </a:avLst>
          </a:prstGeom>
          <a:solidFill>
            <a:srgbClr val="4E8770"/>
          </a:solidFill>
          <a:ln/>
        </p:spPr>
      </p:sp>
      <p:sp>
        <p:nvSpPr>
          <p:cNvPr id="22" name="Text 19"/>
          <p:cNvSpPr/>
          <p:nvPr/>
        </p:nvSpPr>
        <p:spPr>
          <a:xfrm>
            <a:off x="7955280" y="16002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對稱軸也可用 x = −b / 2a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看圖對照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配方後，畫得出這條拋物線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03520" cy="4509436"/>
          </a:xfrm>
          <a:prstGeom prst="roundRect">
            <a:avLst>
              <a:gd name="adj" fmla="val 243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pic>
        <p:nvPicPr>
          <p:cNvPr id="5" name="Image 0" descr="C:\Users\KongChiLok\notebookLM\抽離教學_數學\初三數學\融合班講義練習\簡報_二次函數05-06\assets\p_vert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5029200" cy="42351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29400" y="1874520"/>
            <a:ext cx="4937760" cy="4509436"/>
          </a:xfrm>
          <a:prstGeom prst="roundRect">
            <a:avLst>
              <a:gd name="adj" fmla="val 2433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85432" y="2130552"/>
            <a:ext cx="4425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x² − 4x + 3 = (x − 2)² − 1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85432" y="2880360"/>
            <a:ext cx="4425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開口向上（a = 1 &gt; 0）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885432" y="3630168"/>
            <a:ext cx="4425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頂點 (2, −1)、對稱軸 x = 2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885432" y="4379976"/>
            <a:ext cx="4425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x 軸：(1, 0)、(3, 0)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885432" y="5129784"/>
            <a:ext cx="4425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y 軸：(0, 3)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二次函數（抽離小組·融合版）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讀圖鷹架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讀一條拋物線（照著填四格）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03911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開口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587752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a：正向上、負向下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03911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對稱軸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37960" y="2587752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= h（或 x = −b/2a）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42793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頂點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4828032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(h, k)，配方後看得出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309360" y="411480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42793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交點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37960" y="4828032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y=0 解 x；x=0 得 y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二次函數（抽離小組·融合版）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011680"/>
            <a:ext cx="5943600" cy="2743200"/>
          </a:xfrm>
          <a:prstGeom prst="roundRect">
            <a:avLst>
              <a:gd name="adj" fmla="val 666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108960" y="2331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‖  換一換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383280" y="3200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下一頁換你做：挑一顆星開始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108960" y="40233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先伸展 30 秒，再開始 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二次函數（抽離小組·融合版）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分層練習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挑戰練習 · 自選星星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2770632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看頂點式讀開口/軸/頂點</a:t>
            </a:r>
            <a:endParaRPr lang="en-US" sz="2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2(x−1)²+3；y = −(x+2)²−1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3816" y="4233672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配方填空</a:t>
            </a:r>
            <a:endParaRPr lang="en-US" sz="2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x² − 6x + 5 → (x−□)²−□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50664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0664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/>
          <p:nvPr/>
        </p:nvSpPr>
        <p:spPr>
          <a:xfrm>
            <a:off x="4733544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733544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70120" y="2770632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化頂點式並求交點</a:t>
            </a:r>
            <a:endParaRPr lang="en-US" sz="2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x² + 2x − 3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70120" y="4233672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看圖寫頂點、對稱軸</a:t>
            </a:r>
            <a:endParaRPr lang="en-US" sz="2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並估 x 軸交點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506968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6968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9848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689848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26424" y="2770632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頂點 (1,−4) 且過 (3,0)</a:t>
            </a:r>
            <a:endParaRPr lang="en-US" sz="2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 a、b、c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726424" y="4233672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找錯：把 x²−4x+3</a:t>
            </a:r>
            <a:endParaRPr lang="en-US" sz="2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配成 (x−2)²+3，錯在哪？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94360" y="594360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A，就往 B、C 跳一層 ↗   全部同一個概念，只是鷹架不同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二次函數（抽離小組·融合版）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總結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1554480"/>
          </a:xfrm>
          <a:prstGeom prst="roundRect">
            <a:avLst>
              <a:gd name="adj" fmla="val 8824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二次函數的圖像是拋物線；配方後就能讀出頂點和對稱軸。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10698480" cy="1417320"/>
          </a:xfrm>
          <a:prstGeom prst="roundRect">
            <a:avLst>
              <a:gd name="adj" fmla="val 967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94760"/>
            <a:ext cx="9966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至少要記得：</a:t>
            </a:r>
            <a:pPr algn="l" indent="0" marL="0">
              <a:buNone/>
            </a:pPr>
            <a:r>
              <a:rPr lang="en-US" sz="23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 x² 就是拋物線；a &gt; 0 開口向上，a &lt; 0 開口向下。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二次函數（抽離小組·融合版）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291840" y="196596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二次函數與方程、應用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338328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35564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3832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</a:t>
            </a:r>
            <a:pPr algn="l" indent="0" marL="0">
              <a:buNone/>
            </a:pPr>
            <a:r>
              <a:rPr lang="en-US" sz="24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交點就是方程的根；最值在頂點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二次函數（抽離小組·融合版）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引入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拋物線和 x 軸的交點，是什麼？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80160" y="2103120"/>
            <a:ext cx="9601200" cy="2194560"/>
          </a:xfrm>
          <a:prstGeom prst="roundRect">
            <a:avLst>
              <a:gd name="adj" fmla="val 75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23317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交點的 x 坐標，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3154680"/>
            <a:ext cx="9052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就是方程 ax² + bx + c = 0 的根！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二次函數（抽離小組·融合版）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概念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Δ，就知道有幾個交點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698480" cy="731520"/>
          </a:xfrm>
          <a:prstGeom prst="roundRect">
            <a:avLst>
              <a:gd name="adj" fmla="val 12500"/>
            </a:avLst>
          </a:prstGeom>
          <a:solidFill>
            <a:srgbClr val="DCEAE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5448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判別式 Δ = b² − 4ac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338328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51460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4E877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146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&gt; 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兩個交點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14400" y="46634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兩個相異的根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89120" y="2514600"/>
            <a:ext cx="338328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251460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4E8770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25146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= 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一個交點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572000" y="46634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頂點正好在 x 軸上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046720" y="2514600"/>
            <a:ext cx="338328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251460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4E8770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25146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&lt; 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229600" y="3611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沒有交點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8229600" y="46634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方程無實根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二次函數（抽離小組·融合版）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範例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三題練算 Δ（不用解方程）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7452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x² − 4x + 1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754880" y="18745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E8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= 16 − 4 = 12 &gt; 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95360" y="1874520"/>
            <a:ext cx="2743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兩個交點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324612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24612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x² − 6x + 9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475488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E8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= 36 − 36 = 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595360" y="3246120"/>
            <a:ext cx="2743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一個交點（相切）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461772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461772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x² + x + 1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4754880" y="46177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E8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= 1 − 4 = −3 &lt; 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95360" y="4617720"/>
            <a:ext cx="2743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沒有交點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二次函數（抽離小組·融合版）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看圖對照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交點就是根：看這條拋物線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03520" cy="4509436"/>
          </a:xfrm>
          <a:prstGeom prst="roundRect">
            <a:avLst>
              <a:gd name="adj" fmla="val 243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pic>
        <p:nvPicPr>
          <p:cNvPr id="5" name="Image 0" descr="C:\Users\KongChiLok\notebookLM\抽離教學_數學\初三數學\融合班講義練習\簡報_二次函數05-06\assets\p_ro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5029200" cy="42351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29400" y="1874520"/>
            <a:ext cx="4937760" cy="4509436"/>
          </a:xfrm>
          <a:prstGeom prst="roundRect">
            <a:avLst>
              <a:gd name="adj" fmla="val 2433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85432" y="2130552"/>
            <a:ext cx="4425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x² − 2x − 3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85432" y="2880360"/>
            <a:ext cx="4425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 = 4 + 12 = 16 &gt; 0 → 兩個交點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885432" y="3630168"/>
            <a:ext cx="4425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 (x − 3)(x + 1) = 0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885432" y="4379976"/>
            <a:ext cx="4425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交點 (−1, 0)、(3, 0)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885432" y="5129784"/>
            <a:ext cx="4425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頂點 (1, −4)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二次函數（抽離小組·融合版）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求最值（步驟卡）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用二次函數求最大／最小值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DCEAE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實際問題：先列函數，再配方求頂點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77240" y="286321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6321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69748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設未知數：把要求的量設成 x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365188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65188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48615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列出二次函數 y = …（照題意）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444055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44055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27482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配方求頂點：頂點的 y 就是最值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522922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22922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506349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檢驗作答：長度、面積不能是負數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二次函數（抽離小組·融合版）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863840" y="1600200"/>
            <a:ext cx="3566160" cy="822960"/>
          </a:xfrm>
          <a:prstGeom prst="roundRect">
            <a:avLst>
              <a:gd name="adj" fmla="val 11111"/>
            </a:avLst>
          </a:prstGeom>
          <a:solidFill>
            <a:srgbClr val="4E8770"/>
          </a:solidFill>
          <a:ln/>
        </p:spPr>
      </p:sp>
      <p:sp>
        <p:nvSpPr>
          <p:cNvPr id="22" name="Text 19"/>
          <p:cNvSpPr/>
          <p:nvPr/>
        </p:nvSpPr>
        <p:spPr>
          <a:xfrm>
            <a:off x="7955280" y="16002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最值都在「頂點」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具體 → 抽象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範例：籬笆圍出最大面積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27080" cy="658368"/>
          </a:xfrm>
          <a:prstGeom prst="roundRect">
            <a:avLst>
              <a:gd name="adj" fmla="val 13889"/>
            </a:avLst>
          </a:prstGeom>
          <a:solidFill>
            <a:srgbClr val="DCEAE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72768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用長 20 米的籬笆圍成矩形（不靠牆），面積最大是多少？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4983480" cy="3992068"/>
          </a:xfrm>
          <a:prstGeom prst="roundRect">
            <a:avLst>
              <a:gd name="adj" fmla="val 274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pic>
        <p:nvPicPr>
          <p:cNvPr id="7" name="Image 0" descr="C:\Users\KongChiLok\notebookLM\抽離教學_數學\初三數學\融合班講義練習\簡報_二次函數05-06\assets\p_ar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68880"/>
            <a:ext cx="4709160" cy="37177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63640" y="2377440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設寬 x，長 = 10 − x（長+寬=10）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263640" y="312724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面積 y = x(10 − x)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263640" y="3877056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配方：y = −(x − 5)² + 25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263640" y="4626864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x = 5 時面積最大 = 25 平方米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6263640" y="5422392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DCEAE3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5422392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即邊長 5 的正方形（頂點 (5, 25)）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二次函數（抽離小組·融合版）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應用鷹架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應用題模板（照著填四格）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03911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問什麼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587752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求最大值 / 最小值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03911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已知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37960" y="2587752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列出關係（如 長+寬=定值）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42793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策略算式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4828032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寫出 y = … → 配方求頂點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309360" y="411480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42793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解答驗算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37960" y="4828032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頂點 y 就是最值；答案要合理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二次函數（抽離小組·融合版）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011680"/>
            <a:ext cx="5943600" cy="2743200"/>
          </a:xfrm>
          <a:prstGeom prst="roundRect">
            <a:avLst>
              <a:gd name="adj" fmla="val 666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108960" y="2331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‖  換一換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383280" y="3200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下一頁換你做：先算 Δ，或先設 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108960" y="40233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先伸展 30 秒，再開始 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二次函數（抽離小組·融合版）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分層練習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挑戰練習 · 自選星星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2770632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算 Δ 判交點個數</a:t>
            </a:r>
            <a:endParaRPr lang="en-US" sz="2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x²−4x+1、x²−6x+9、x²+x+1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3816" y="4233672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求與 x 軸交點</a:t>
            </a:r>
            <a:endParaRPr lang="en-US" sz="2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x² − x − 6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50664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0664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/>
          <p:nvPr/>
        </p:nvSpPr>
        <p:spPr>
          <a:xfrm>
            <a:off x="4733544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733544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70120" y="2770632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求交點、頂點、最大值</a:t>
            </a:r>
            <a:endParaRPr lang="en-US" sz="2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−x² + 4x − 3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70120" y="4233672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籬笆 24 米圍矩形</a:t>
            </a:r>
            <a:endParaRPr lang="en-US" sz="2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求長寬與最大面積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506968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6968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9848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689848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26424" y="2770632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進價 40，售 x 元賣 (100−x) 件</a:t>
            </a:r>
            <a:endParaRPr lang="en-US" sz="2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求售價定多少利潤最大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726424" y="4233672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最小值 −5 且過 (0,−1)</a:t>
            </a:r>
            <a:endParaRPr lang="en-US" sz="2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ax²−4x+c，求 a、c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94360" y="594360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A，就往 B、C 跳一層 ↗   全部同一個概念，只是鷹架不同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二次函數（抽離小組·融合版）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總結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1554480"/>
          </a:xfrm>
          <a:prstGeom prst="roundRect">
            <a:avLst>
              <a:gd name="adj" fmla="val 8824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拋物線與 x 軸的交點就是方程的根；最大最小值都在頂點。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10698480" cy="1417320"/>
          </a:xfrm>
          <a:prstGeom prst="roundRect">
            <a:avLst>
              <a:gd name="adj" fmla="val 967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94760"/>
            <a:ext cx="9966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至少要記得：</a:t>
            </a:r>
            <a:pPr algn="l" indent="0" marL="0">
              <a:buNone/>
            </a:pPr>
            <a:r>
              <a:rPr lang="en-US" sz="23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先算 Δ = b² − 4ac 看幾個交點；求最值先配方找頂點。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二次函數（抽離小組·融合版）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兩站帶走話，一次回顧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05740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478024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478024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651760" y="2057400"/>
            <a:ext cx="8595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二次函數圖像是拋物線；配方讀出頂點與對稱軸。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4123944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123944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51760" y="3703320"/>
            <a:ext cx="8595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交點就是方程的根（看 Δ）；最大最小值都在頂點。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二次函數（抽離小組·融合版）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你已經走完兩站！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CFE0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二次函數的圖像和應用，你做得到。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4389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下次遇到拋物線，記得先問：開口向哪？頂點在哪？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供科組 / IEP 會議說明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教師備註 · 融合層設計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調整定位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路線：Accommodation（調整支援）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內容不減、維持初三年級標準，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只改「接觸方式」與「練習鷹架」。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分層靠學生自選星星，不點名個案。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874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融合層做了什麼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看圖先行：拋物線圖建立畫面（CRA 表徵）</a:t>
            </a:r>
            <a:endParaRPr lang="en-US" sz="19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步驟卡：配方 / 求最值一步一行、編號</a:t>
            </a:r>
            <a:endParaRPr lang="en-US" sz="19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視覺鷹架：讀圖四格 / 應用四格模板</a:t>
            </a:r>
            <a:endParaRPr lang="en-US" sz="19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轉換點＋預告：照顧注意力節奏</a:t>
            </a:r>
            <a:endParaRPr lang="en-US" sz="19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保底成功句＋asset-based 用語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二次函數（抽離小組·融合版）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二次函數 兩站通關（融合抽離版）</dc:title>
  <dc:subject>PptxGenJS Presentation</dc:subject>
  <dc:creator>初三數學抽離小組</dc:creator>
  <cp:lastModifiedBy>初三數學抽離小組</cp:lastModifiedBy>
  <cp:revision>1</cp:revision>
  <dcterms:created xsi:type="dcterms:W3CDTF">2026-07-19T04:11:17Z</dcterms:created>
  <dcterms:modified xsi:type="dcterms:W3CDTF">2026-07-19T04:11:17Z</dcterms:modified>
</cp:coreProperties>
</file>