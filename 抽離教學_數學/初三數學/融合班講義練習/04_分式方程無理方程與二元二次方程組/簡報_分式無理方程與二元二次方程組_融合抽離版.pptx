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開場定調：今天學三種新方程，看似不同，其實同一個念頭——把未知數放出來。但放出來有代價，所以每一站最後都要驗根。三站節奏一致，做完一站休息一下。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先給地圖：讓學生知道整節課的結構，減少焦慮。三站的第一步都不同，但最後一步都是驗根——這句話今天要重複三次。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這一頁是全課的錨。三個方框只是「未知數被關在哪」的差別，做法同一個念頭。最後那句「放出來有代價」要講慢——它解釋了為什麼今天每題都要驗根，而不是老師囉嗦。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進入站①。先問：分母有 x 跟分母冇 x，解法一唔一樣？帶出「去分母」這個動作。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四選二。重點是第二條——分母是數字的不算分式方程，這是最常見的混淆。讓學生講出判斷理由，不只是選。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左邊手順卡逐字同講義。右邊範例照講義版面：一行一個等號、因式分解後分兩支寫「或」、最後一行「∴」。注意因式的左右次序要跟 x₁／x₂ 對得上（左支 x-3=0 → x₁=3）。這題兩根都合格，先建立信心；下一頁才給會捨根的。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D14 錯誤分析對比。先只放左欄，問學生「這樣做啱唔啱」——多數會覺得啱。再揭右欄。強調前三行一模一樣，分歧只在第四行。不要罵錯，要讓學生自己指出分歧點在哪一行。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是練習紙第 1 題、B 是第 4 題、C 是第 7 題。巡堂重點：有沒有寫驗根那一行。做完提醒對自我核對清單。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秒。預告下一段做什麼，讓 ADHD/ASD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進入站②。問：根號裡面的 x 點樣拿出來？帶出「平方」這個動作。跟站①對照——動作不同，但都要驗根。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這一頁回答學生一定會問的「點解要驗根」。用 2 = -2 這個極簡例子，比講「不可逆運算」有效得多。最後一行給一個快速判斷法：右邊負數直接捨，不用代入。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這題天然示範捨根。驗根兩行要慢慢講：左邊右邊各自算一次，再比較。強調捨去的時候要寫理由，唔係寫個「捨」字就算。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是練習紙第 2 題、B 是第 5 題、C 是第 8 題。C 的找錯題可以叫學生兩人一組討論再答——講得出「漏了驗根」比自己做啱更重要。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秒。預告下一段做什麼，讓 ADHD/ASD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進入站③。這一站不用驗根（冇去分母亦冇平方），但有另一個容易漏的動作——回代求另一個未知數。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重點在最後兩行。好多學生解出 x 就收工，唔記得求 y。強調答案的形式係「一對數」，唔係一個數。可以問：如果只寫 x = 3，這個點在哪裡？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視覺化回代流程。兩行結構完全一樣，讓學生睇到「每個 x 都要行同一條路」。最後強調答案形式。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是練習紙第 3 題、B 是第 6 題、C 是第 9 題。C 回到分式方程，是全課的收束——能自己造一個增根，代表真係明白增根係乜。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決策表取代「四句條列」。學生真正需要的是「睇到乜→做乜」，唔係背三套流程。提醒工具卡的存在同用法（手指跟蹤）。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這是全課最該貼堂的一頁。三行對照，學生一眼睇到「驗根」喺三種方程裡具體做乜動作。最後一行係評分要求：寫理由。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收束。三句話對應三站，但主線係同一條。功課提醒：自選層級，做得起就跳。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2588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抽離小組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三種新方程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31089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把未知數放出來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分式方程</a:t>
            </a:r>
            <a:pPr algn="l" indent="0" marL="0">
              <a:buNone/>
            </a:pPr>
            <a:r>
              <a:rPr lang="en-US" sz="2200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→   </a:t>
            </a:r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無理方程</a:t>
            </a:r>
            <a:pPr algn="l" indent="0" marL="0">
              <a:buNone/>
            </a:pPr>
            <a:r>
              <a:rPr lang="en-US" sz="2200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→   </a:t>
            </a:r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二元二次方程組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4937760"/>
            <a:ext cx="7680960" cy="658368"/>
          </a:xfrm>
          <a:prstGeom prst="roundRect">
            <a:avLst>
              <a:gd name="adj" fmla="val 13889"/>
            </a:avLst>
          </a:prstGeom>
          <a:solidFill>
            <a:srgbClr val="35564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93776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三站共用同一條生死線：驗根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084832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8483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606040" y="191109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分式方程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606040" y="238658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未知數在分母裡 → 去分母 → 驗根（怕增根）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456432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5643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328269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無理方程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06040" y="375818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未知數在根號裡 → 兩邊平方 → 驗根（怕假根）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828032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2803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465429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二元二次方程組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606040" y="512978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兩條方程 → 代入消元 → 回代求另一個未知數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每一站都一樣：學一招 → 看範例 → 挑星星練習 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全課主線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三種方程，同一個念頭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489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37360"/>
            <a:ext cx="3489960" cy="566928"/>
          </a:xfrm>
          <a:prstGeom prst="roundRect">
            <a:avLst>
              <a:gd name="adj" fmla="val 19355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215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分式方程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21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未知數在分母裡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803779"/>
            <a:ext cx="444754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444752" y="3131820"/>
            <a:ext cx="298450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168396"/>
            <a:ext cx="444754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944370" y="2788920"/>
            <a:ext cx="158800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x - 2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358640" y="1737360"/>
            <a:ext cx="3489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8640" y="1737360"/>
            <a:ext cx="3489960" cy="566928"/>
          </a:xfrm>
          <a:prstGeom prst="roundRect">
            <a:avLst>
              <a:gd name="adj" fmla="val 19355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/>
          <p:nvPr/>
        </p:nvSpPr>
        <p:spPr>
          <a:xfrm>
            <a:off x="4495800" y="1737360"/>
            <a:ext cx="3215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無理方程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95800" y="2377440"/>
            <a:ext cx="321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未知數在根號裡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95800" y="2788920"/>
            <a:ext cx="3215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√(x + 2) = x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22920" y="1737360"/>
            <a:ext cx="3489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2920" y="1737360"/>
            <a:ext cx="3489960" cy="566928"/>
          </a:xfrm>
          <a:prstGeom prst="roundRect">
            <a:avLst>
              <a:gd name="adj" fmla="val 19355"/>
            </a:avLst>
          </a:prstGeom>
          <a:solidFill>
            <a:srgbClr val="CFE0D8"/>
          </a:solidFill>
          <a:ln/>
        </p:spPr>
      </p:sp>
      <p:sp>
        <p:nvSpPr>
          <p:cNvPr id="19" name="Text 17"/>
          <p:cNvSpPr/>
          <p:nvPr/>
        </p:nvSpPr>
        <p:spPr>
          <a:xfrm>
            <a:off x="8260080" y="1737360"/>
            <a:ext cx="3215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方程組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60080" y="2377440"/>
            <a:ext cx="321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被另一條方程綁住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60080" y="2788920"/>
            <a:ext cx="3215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 + 1</a:t>
            </a:r>
            <a:endParaRPr lang="en-US" sz="2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+ y² = 25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1520" y="3886200"/>
            <a:ext cx="10698480" cy="868680"/>
          </a:xfrm>
          <a:prstGeom prst="roundRect">
            <a:avLst>
              <a:gd name="adj" fmla="val 15789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51560" y="3886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做法都一樣：想辦法把未知數放出來，變回會解的一元二次方程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731520" y="4937760"/>
            <a:ext cx="10698480" cy="914400"/>
          </a:xfrm>
          <a:prstGeom prst="roundRect">
            <a:avLst>
              <a:gd name="adj" fmla="val 15000"/>
            </a:avLst>
          </a:prstGeom>
          <a:solidFill>
            <a:srgbClr val="F3EDE4"/>
          </a:solidFill>
          <a:ln w="19050">
            <a:solidFill>
              <a:srgbClr val="C9B7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937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58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但放出來有代價：</a:t>
            </a:r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去分母、平方，都可能多生出「假的解」。所以三站的最後一步都是——驗根。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9184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分式方程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未知數在分母裡：去分母，然後一定要驗根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哪一條是「分式方程」？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38528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860804"/>
            <a:ext cx="4368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73352" y="2171700"/>
            <a:ext cx="290576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2208276"/>
            <a:ext cx="4368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65096" y="1691640"/>
            <a:ext cx="1588008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x - 2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675120" y="16916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分母有 x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B9B0A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2939796"/>
            <a:ext cx="4368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673352" y="3250692"/>
            <a:ext cx="290576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3287268"/>
            <a:ext cx="4368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65096" y="2770632"/>
            <a:ext cx="1588008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+ 1 = 5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675120" y="2770632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分母是數字，不是分式方程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3849624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096512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00200" y="4018788"/>
            <a:ext cx="9408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673352" y="4329684"/>
            <a:ext cx="794512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0200" y="4366260"/>
            <a:ext cx="9408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- 1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669032" y="3849624"/>
            <a:ext cx="761238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3201670" y="4018788"/>
            <a:ext cx="9408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4822" y="4329684"/>
            <a:ext cx="794512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1670" y="4366260"/>
            <a:ext cx="9408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+ 2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75120" y="3849624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兩邊分母都有 x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40080" y="4928616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8680" y="5175504"/>
            <a:ext cx="457200" cy="457200"/>
          </a:xfrm>
          <a:prstGeom prst="ellipse">
            <a:avLst/>
          </a:prstGeom>
          <a:solidFill>
            <a:srgbClr val="B9B0A2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175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600200" y="4928616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- 5x + 6 = 0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6675120" y="4928616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沒有分母，是一般的一元二次方程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40080" y="596188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判斷關鍵：分母裡面有沒有未知數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方法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分式方程 四步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120640" cy="658368"/>
          </a:xfrm>
          <a:prstGeom prst="roundRect">
            <a:avLst>
              <a:gd name="adj" fmla="val 16667"/>
            </a:avLst>
          </a:prstGeom>
          <a:solidFill>
            <a:srgbClr val="6FA48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手順卡 · 照住做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26860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860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24963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把每個分母因式分解，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找出最簡公分母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34861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861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32964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兩邊同乘最簡公分母，去分母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" y="42862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862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0965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解這條整式方程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7240" y="50863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863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8966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驗根：把每個解代回原方程的分母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897880" y="1691640"/>
            <a:ext cx="57607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1691640"/>
            <a:ext cx="5760720" cy="658368"/>
          </a:xfrm>
          <a:prstGeom prst="roundRect">
            <a:avLst>
              <a:gd name="adj" fmla="val 16667"/>
            </a:avLst>
          </a:prstGeom>
          <a:solidFill>
            <a:srgbClr val="4E877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691640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範例：解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178040" y="1727073"/>
            <a:ext cx="4290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51192" y="2020824"/>
            <a:ext cx="282702" cy="914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057400"/>
            <a:ext cx="4290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35062" y="1691640"/>
            <a:ext cx="152501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x - 2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72200" y="2469642"/>
            <a:ext cx="421132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45352" y="2746248"/>
            <a:ext cx="274828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782824"/>
            <a:ext cx="421132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21348" y="2478024"/>
            <a:ext cx="1462024" cy="536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x - 2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875520" y="2478024"/>
            <a:ext cx="16002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原方程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016752" y="3014472"/>
            <a:ext cx="5522976" cy="536448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3014472"/>
            <a:ext cx="36118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= x(x - 2)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875520" y="3014472"/>
            <a:ext cx="16002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去分母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172200" y="3550920"/>
            <a:ext cx="36118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- 2x - 3 = 0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9875520" y="3550920"/>
            <a:ext cx="16002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展開移項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016752" y="4087368"/>
            <a:ext cx="5522976" cy="536448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37" name="Text 35"/>
          <p:cNvSpPr/>
          <p:nvPr/>
        </p:nvSpPr>
        <p:spPr>
          <a:xfrm>
            <a:off x="6172200" y="4087368"/>
            <a:ext cx="36118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- 3)(x + 1) = 0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9875520" y="4087368"/>
            <a:ext cx="16002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因式分解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172200" y="4623816"/>
            <a:ext cx="36118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 = 3　或　x₂ = -1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9875520" y="4623816"/>
            <a:ext cx="16002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分兩支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016752" y="5160264"/>
            <a:ext cx="5522976" cy="536448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42" name="Text 40"/>
          <p:cNvSpPr/>
          <p:nvPr/>
        </p:nvSpPr>
        <p:spPr>
          <a:xfrm>
            <a:off x="6172200" y="5160264"/>
            <a:ext cx="36118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∴ x₁ = 3　或　x₂ = -1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9875520" y="5160264"/>
            <a:ext cx="16002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驗根後作答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48640" y="5943600"/>
            <a:ext cx="11109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分母算出來是 0 的，叫增根，一定要捨去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最容易錯的一步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同一題，兩種寫法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27080" cy="731520"/>
          </a:xfrm>
          <a:prstGeom prst="roundRect">
            <a:avLst>
              <a:gd name="adj" fmla="val 12500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72768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題目：解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103120" y="1627632"/>
            <a:ext cx="9408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76272" y="1938528"/>
            <a:ext cx="794512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975104"/>
            <a:ext cx="9408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- 3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71952" y="1572768"/>
            <a:ext cx="761238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704590" y="1627632"/>
            <a:ext cx="9408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- 1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77742" y="1938528"/>
            <a:ext cx="794512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4590" y="1975104"/>
            <a:ext cx="9408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- 3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450592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9B7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450592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F3EDE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50592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B58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常見寫法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217920" y="2450592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DCEAE3"/>
          </a:solidFill>
          <a:ln w="31750">
            <a:solidFill>
              <a:srgbClr val="4E8770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450592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4E8770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450592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正確寫法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3108960"/>
            <a:ext cx="484632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兩邊乘 (x - 3)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92240" y="3108960"/>
            <a:ext cx="484632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兩邊乘 (x - 3)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3591763"/>
            <a:ext cx="484632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= x - 1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92240" y="3591763"/>
            <a:ext cx="484632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= x - 1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4074566"/>
            <a:ext cx="484632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3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92240" y="4074566"/>
            <a:ext cx="484632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3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309360" y="4557370"/>
            <a:ext cx="5166360" cy="482803"/>
          </a:xfrm>
          <a:prstGeom prst="rect">
            <a:avLst/>
          </a:prstGeom>
          <a:solidFill>
            <a:srgbClr val="CFE0D8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557370"/>
            <a:ext cx="484632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答：x = 3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492240" y="4557370"/>
            <a:ext cx="484632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驗根：x = 3 令分母為 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92240" y="5040173"/>
            <a:ext cx="484632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∴ 原方程無解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40080" y="5806440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3EDE4"/>
          </a:solidFill>
          <a:ln w="12700">
            <a:solidFill>
              <a:srgbClr val="C9B7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8064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B58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差在這裡：解出來的數字一定要代回分母檢查。令分母等於 0 的數叫「增根」，它不是原方程的解。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分式方程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517392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3736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9222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15798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675763"/>
            <a:ext cx="413258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86968" y="2935224"/>
            <a:ext cx="266954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971800"/>
            <a:ext cx="413258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55090" y="2651760"/>
            <a:ext cx="1399032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x - 3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3816" y="397764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步驟號已印在練習紙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3816" y="448056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填空式，跟住四步走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67784" y="1737360"/>
            <a:ext cx="3517392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67784" y="173736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/>
          <p:nvPr/>
        </p:nvSpPr>
        <p:spPr>
          <a:xfrm>
            <a:off x="4550664" y="179222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550664" y="215798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87240" y="2675763"/>
            <a:ext cx="617982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0392" y="2935224"/>
            <a:ext cx="471678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7240" y="2971800"/>
            <a:ext cx="617982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33238" y="2651760"/>
            <a:ext cx="690372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95010" y="2675763"/>
            <a:ext cx="413258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68162" y="2935224"/>
            <a:ext cx="266954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95010" y="2971800"/>
            <a:ext cx="413258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36284" y="2651760"/>
            <a:ext cx="832104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87240" y="397764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自己找最簡公分母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87240" y="448056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留意：這題只有一個解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141208" y="1737360"/>
            <a:ext cx="3517392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41208" y="173736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30" name="Text 28"/>
          <p:cNvSpPr/>
          <p:nvPr/>
        </p:nvSpPr>
        <p:spPr>
          <a:xfrm>
            <a:off x="8324088" y="179222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8324088" y="215798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60664" y="2651760"/>
            <a:ext cx="309676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應用題：30 公里，單車比開車多用 1 小時，開車快 3 倍，求單車速度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8360664" y="397764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先寫「設……」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360664" y="448056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答案要寫單位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94360" y="5193792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193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交卷前自己核對：☐ 每步都寫低　☐ 每個解都驗過根　☐ 捨去的有寫理由　☐ 最後一行有「∴」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594360" y="592531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分式方程：去分母之後，一定要回頭看分母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解出來的數，代回分母。分母變 0 的那個，捨去。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下一站：未知數躲在根號裡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9184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無理方程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未知數在根號裡：兩邊平方，然後一定要驗根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概念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為什麼平方之後會多出「假的解」？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960120"/>
          </a:xfrm>
          <a:prstGeom prst="roundRect">
            <a:avLst>
              <a:gd name="adj" fmla="val 11429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916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先看一條簡單的：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931920" y="169164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= -2　是錯的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10698480" cy="960120"/>
          </a:xfrm>
          <a:prstGeom prst="roundRect">
            <a:avLst>
              <a:gd name="adj" fmla="val 11429"/>
            </a:avLst>
          </a:prstGeom>
          <a:solidFill>
            <a:srgbClr val="F3EDE4"/>
          </a:solidFill>
          <a:ln w="19050">
            <a:solidFill>
              <a:srgbClr val="C9B7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7889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58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但兩邊一平方：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31920" y="278892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2² = (-2)²　→　4 = 4　變成對的了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10698480" cy="1051560"/>
          </a:xfrm>
          <a:prstGeom prst="roundRect">
            <a:avLst>
              <a:gd name="adj" fmla="val 13043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402336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平方會把「本來不相等」變成「相等」——所以平方之後多出來的解，未必是原方程的解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31520" y="5257800"/>
            <a:ext cx="10698480" cy="566928"/>
          </a:xfrm>
          <a:prstGeom prst="roundRect">
            <a:avLst>
              <a:gd name="adj" fmla="val 16129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25780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還有一件事：根號算出來一定不是負數。右邊是負數的，一定捨。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方法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無理方程 四步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120640" cy="658368"/>
          </a:xfrm>
          <a:prstGeom prst="roundRect">
            <a:avLst>
              <a:gd name="adj" fmla="val 16667"/>
            </a:avLst>
          </a:prstGeom>
          <a:solidFill>
            <a:srgbClr val="6FA48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手順卡 · 照住做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26860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860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24963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移項，讓根號單獨留在一邊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34861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861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32964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兩邊平方，去根號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" y="42862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862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0965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解這條整式方程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7240" y="50863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863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8966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驗根：把每個解代回原方程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897880" y="1691640"/>
            <a:ext cx="57607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1691640"/>
            <a:ext cx="5760720" cy="658368"/>
          </a:xfrm>
          <a:prstGeom prst="roundRect">
            <a:avLst>
              <a:gd name="adj" fmla="val 16667"/>
            </a:avLst>
          </a:prstGeom>
          <a:solidFill>
            <a:srgbClr val="4E877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691640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範例：解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178040" y="169164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√(x + 2) = x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172200" y="247802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√(x + 2) = x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875520" y="247802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原方程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16752" y="2880360"/>
            <a:ext cx="5522976" cy="402336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288036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+ 2 = x²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875520" y="288036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兩邊平方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72200" y="328269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- x - 2 = 0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875520" y="328269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移項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016752" y="3685032"/>
            <a:ext cx="5522976" cy="402336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368503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- 2)(x + 1) = 0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875520" y="368503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因式分解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72200" y="408736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 = 2　或　x₂ = -1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875520" y="408736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分兩支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016752" y="4489704"/>
            <a:ext cx="5522976" cy="402336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448970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2：左 √4 = 2，右 2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9875520" y="448970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相等，保留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172200" y="489204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-1：左 √1 = 1，右 -1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9875520" y="489204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不等，捨去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016752" y="5294376"/>
            <a:ext cx="5522976" cy="402336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41" name="Text 39"/>
          <p:cNvSpPr/>
          <p:nvPr/>
        </p:nvSpPr>
        <p:spPr>
          <a:xfrm>
            <a:off x="6172200" y="529437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∴ x = 2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9875520" y="529437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作答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48640" y="5943600"/>
            <a:ext cx="11109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右邊是負數的時候，根號一定追不上——直接捨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無理方程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517392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3736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9222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15798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651760"/>
            <a:ext cx="309676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√(x + 3) = x - 3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397764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驗根格已經印好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3816" y="448056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一定有一個要捨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67784" y="1737360"/>
            <a:ext cx="3517392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7784" y="173736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/>
          <p:nvPr/>
        </p:nvSpPr>
        <p:spPr>
          <a:xfrm>
            <a:off x="4550664" y="179222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550664" y="215798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87240" y="2651760"/>
            <a:ext cx="309676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√(2x + 1) = x - 1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87240" y="397764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自己寫驗根那兩行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87240" y="448056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留意 x = 0 要唔要捨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41208" y="1737360"/>
            <a:ext cx="3517392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41208" y="173736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20" name="Text 18"/>
          <p:cNvSpPr/>
          <p:nvPr/>
        </p:nvSpPr>
        <p:spPr>
          <a:xfrm>
            <a:off x="8324088" y="179222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324088" y="215798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60664" y="2651760"/>
            <a:ext cx="309676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找錯題：小美解 √(x+6) = x，算到 x = 3 或 x = -2 就收工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360664" y="397764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她漏了哪一步？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60664" y="448056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寫出正確完整過程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94360" y="5193792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193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交卷前自己核對：☐ 每步都寫低　☐ 每個解都驗過根　☐ 捨去的有寫理由　☐ 最後一行有「∴」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94360" y="592531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無理方程：平方之後，一定要代回原方程對一對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左邊右邊各自算一次。不相等的那個，捨去。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最後一站：兩條方程一齊解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9184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二元二次方程組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兩條方程兩個未知數：代入消元，記得回代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方法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二元二次方程組 四步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120640" cy="658368"/>
          </a:xfrm>
          <a:prstGeom prst="roundRect">
            <a:avLst>
              <a:gd name="adj" fmla="val 16667"/>
            </a:avLst>
          </a:prstGeom>
          <a:solidFill>
            <a:srgbClr val="6FA48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手順卡 · 照住做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26860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860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24963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找出那條一次方程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34861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861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32964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從一次方程解出一個未知數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" y="42862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862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0965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代入二次方程，解出第一個未知數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7240" y="50863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863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8966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每個解都要回代，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求出另一個未知數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897880" y="1691640"/>
            <a:ext cx="57607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1691640"/>
            <a:ext cx="5760720" cy="658368"/>
          </a:xfrm>
          <a:prstGeom prst="roundRect">
            <a:avLst>
              <a:gd name="adj" fmla="val 16667"/>
            </a:avLst>
          </a:prstGeom>
          <a:solidFill>
            <a:srgbClr val="4E877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691640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範例：解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178040" y="169164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 + 1　與　x² + y² = 25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172200" y="247802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 + 1　（一次）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875520" y="247802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已解好 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16752" y="2880360"/>
            <a:ext cx="5522976" cy="402336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288036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+ (x + 1)² = 25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875520" y="288036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代入二次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72200" y="328269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2x² + 2x - 24 = 0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875520" y="328269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展開整理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016752" y="3685032"/>
            <a:ext cx="5522976" cy="402336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368503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+ x - 12 = 0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875520" y="368503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除以 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72200" y="408736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- 3)(x + 4) = 0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875520" y="408736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因式分解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016752" y="4489704"/>
            <a:ext cx="5522976" cy="402336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448970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 = 3　或　x₂ = -4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9875520" y="448970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分兩支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172200" y="489204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y₁ = 4　或　y₂ = -3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9875520" y="489204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回代 y = x+1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016752" y="5294376"/>
            <a:ext cx="5522976" cy="402336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41" name="Text 39"/>
          <p:cNvSpPr/>
          <p:nvPr/>
        </p:nvSpPr>
        <p:spPr>
          <a:xfrm>
            <a:off x="6172200" y="529437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∴ (3, 4) 或 (-4, -3)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9875520" y="529437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成對寫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48640" y="5943600"/>
            <a:ext cx="11109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有幾個 x，就有幾對 (x, y)——回代那一步最容易漏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最容易漏的一步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解出 x 之後，還未做完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2024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 = 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834640" y="192024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474720" y="192024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回代 y = x + 1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y₁ = 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21040" y="192024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961120" y="219456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DCEAE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0" y="21945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(3, 4)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33756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x₂ = -4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834640" y="333756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74720" y="333756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回代 y = x + 1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333756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y₂ = -3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21040" y="333756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961120" y="361188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DCEAE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0" y="36118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(-4, -3)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31520" y="4846320"/>
            <a:ext cx="10698480" cy="960120"/>
          </a:xfrm>
          <a:prstGeom prst="roundRect">
            <a:avLst>
              <a:gd name="adj" fmla="val 14286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484632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方程組的答案是「一對數」，不是一個數。有幾個 x，就要交幾對。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二元二次方程組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517392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3736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9222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15798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651760"/>
            <a:ext cx="309676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 - 1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x² + y² = 13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397764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代入式已寫好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3816" y="448056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記得回代求 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67784" y="1737360"/>
            <a:ext cx="3517392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7784" y="173736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/>
          <p:nvPr/>
        </p:nvSpPr>
        <p:spPr>
          <a:xfrm>
            <a:off x="4550664" y="179222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550664" y="215798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87240" y="2651760"/>
            <a:ext cx="309676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+ y = 5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xy = 6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87240" y="397764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先從一次方程解出 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87240" y="448056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用代入消元就夠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41208" y="1737360"/>
            <a:ext cx="3517392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41208" y="173736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20" name="Text 18"/>
          <p:cNvSpPr/>
          <p:nvPr/>
        </p:nvSpPr>
        <p:spPr>
          <a:xfrm>
            <a:off x="8324088" y="179222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324088" y="215798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60664" y="2651760"/>
            <a:ext cx="309676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自己出一條分式方程，要有一個增根要捨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360664" y="397764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寫出完整解法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60664" y="4480560"/>
            <a:ext cx="3096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解釋點解要捨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94360" y="5193792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193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交卷前自己核對：☐ 每步都寫低　☐ 每個解都驗過根　☐ 捨去的有寫理由　☐ 最後一行有「∴」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94360" y="592531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方程組：解出 x 只做了一半，回代求 y 才完整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答案要成對寫：(x, y)。有幾個 x 就有幾對。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全課收束 · 決策表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看到什麼，就用哪一張卡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4E877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方程長成這樣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937760" y="17373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就翻這張卡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0" y="173736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最後一步是什麼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108813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542032"/>
            <a:ext cx="38404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分母裡有未知數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937760" y="2542032"/>
            <a:ext cx="28346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分式方程 四步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863840" y="2542032"/>
            <a:ext cx="3474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去分母 → 驗根（怕增根）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3685032"/>
            <a:ext cx="10881360" cy="1024128"/>
          </a:xfrm>
          <a:prstGeom prst="roundRect">
            <a:avLst>
              <a:gd name="adj" fmla="val 10714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3685032"/>
            <a:ext cx="38404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未知數被關在根號裡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937760" y="3685032"/>
            <a:ext cx="28346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無理方程 四步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863840" y="3685032"/>
            <a:ext cx="3474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兩邊平方 → 驗根（怕假根）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0080" y="4828032"/>
            <a:ext cx="108813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828032"/>
            <a:ext cx="38404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兩條方程、兩個未知數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937760" y="4828032"/>
            <a:ext cx="28346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方程組 四步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863840" y="4828032"/>
            <a:ext cx="3474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代入消元 → 回代求另一個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三張卡都在《工具卡》上，剪下來放喺枱面，做題時手指指住做緊嗰一步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全課收束 · 驗根總表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驗根：三種方程各自怎麼驗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分式方程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46120" y="1783080"/>
            <a:ext cx="42062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把解代入原方程的分母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1783080"/>
            <a:ext cx="37490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分母算出來是 0 → 增根，捨去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3136392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410712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10712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無理方程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246120" y="3136392"/>
            <a:ext cx="42062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把解代入原方程，左右各算一次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89520" y="3136392"/>
            <a:ext cx="37490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左右不相等 → 假根，捨去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0080" y="4489704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764024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764024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方程組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246120" y="4489704"/>
            <a:ext cx="42062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把每一對 (x, y) 代入兩條方程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89520" y="4489704"/>
            <a:ext cx="37490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兩條都成立才算對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0080" y="5742432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F3EDE4"/>
          </a:solidFill>
          <a:ln w="12700">
            <a:solidFill>
              <a:srgbClr val="C9B7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7424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B58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捨去的時候要寫明理由，不要只寫一個「捨」字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今日帶走三句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2286000"/>
            <a:ext cx="10515600" cy="1005840"/>
          </a:xfrm>
          <a:prstGeom prst="roundRect">
            <a:avLst>
              <a:gd name="adj" fmla="val 10909"/>
            </a:avLst>
          </a:prstGeom>
          <a:solidFill>
            <a:srgbClr val="35564E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2860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三種方程，同一個念頭：把未知數放出來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3474720"/>
            <a:ext cx="10515600" cy="1005840"/>
          </a:xfrm>
          <a:prstGeom prst="roundRect">
            <a:avLst>
              <a:gd name="adj" fmla="val 10909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34747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放出來有代價：去分母、平方，都可能多生出假的解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10515600" cy="1005840"/>
          </a:xfrm>
          <a:prstGeom prst="roundRect">
            <a:avLst>
              <a:gd name="adj" fmla="val 10909"/>
            </a:avLst>
          </a:prstGeom>
          <a:solidFill>
            <a:srgbClr val="35564E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6634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所以最後一步永遠是——驗根，而且要寫低理由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功課：練習紙 A / B / C，做得起就往上跳一層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455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分式方程・無理方程・二元二次方程組（融合抽離版）</dc:title>
  <dc:subject>PptxGenJS Presentation</dc:subject>
  <dc:creator>初三數學抽離小組</dc:creator>
  <cp:lastModifiedBy>初三數學抽離小組</cp:lastModifiedBy>
  <cp:revision>1</cp:revision>
  <dcterms:created xsi:type="dcterms:W3CDTF">2026-08-06T04:02:00Z</dcterms:created>
  <dcterms:modified xsi:type="dcterms:W3CDTF">2026-08-06T04:02:00Z</dcterms:modified>
</cp:coreProperties>
</file>