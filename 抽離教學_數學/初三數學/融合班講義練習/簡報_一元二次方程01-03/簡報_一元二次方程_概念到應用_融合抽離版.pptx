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開場定調：今天不趕進度，跟著三站走。每一站都是：學一招 → 看老師示範 → 自己挑星星練習。做得起就往上跳一層。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先給地圖：讓學生知道整節課的結構，減少焦慮。強調三站節奏一致，做完一站休息一下。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進入站①。強調：四種方法答案一定一樣，只是快慢不同。先建立信心。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低門檻暖身：只判斷「是不是」，人人答得出。口頭補充：一元＝一個未知數，二次＝最高次方是 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保底成功經驗：全班都要能認出 a、b、c。提醒 a≠0，若 x² 係數是 0 就變一元一次。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先給地圖。重點講「為什麼是這個順序」：配方法是為了變回方法一；公式法是把配方一般化；因式分解排最後，是熟練後的捷徑，不是起點。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這一頁擋住最常見的錯：x² = −9 寫成 x = ±3。負數沒有實數平方根，要直接答「無實數根」。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本課第一種方法。先講清楚「降次」這個詞：二次降成一次，就回到已經會解的東西。開平方那一步全班一齊寫 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配方法的目的講白：把方程變成方法一的樣子。最後兩步就是手順卡①，讓學生看見銜接。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公式法是把配方法一般化——不用每次重新配方。強調兩件事：先化一般式；抄 a、b、c 時連正負號一起抄。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先具體（湊數）、再圖（填方框）、最後才抽象算式。每階都示範→引導→學生做，不要跳步。湊數時提醒：相乘是負數，兩個數一正一負。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排最後，因為它是「看得出就抄捷徑」。學完前三種，學生知道方程一定解得出，因式分解只是省時間。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這頁不再給手順卡——測試學生能否自行判斷（褪除路徑的最後一級）。口訣：先看樣子，再揀方法；揀錯只是慢，不是錯。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(x−4)²=9 → x=7 或 1；A2: (x−2)(x−3)=0 → x=2 或 3。 B3: (x+2)²=7 → x=−2±√7；B4: Δ=9 → x=2 或 1/2。 C5: 分解不出，用公式法，Δ=13 → x=(−3±√13)/2；C6: −9&lt;0，負數不能開平方，應答「無實數根」。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回收站①：四法答案一樣，只差快慢。保底句要全班能覆述。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進入站②。賣點：不用解方程，就能知道有幾個根、根的和與積。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製造好奇：先不解，只算一個數就知道結果。引出 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Δ 就像紅綠燈：正=兩根、零=重根、負=無實根。先算 Δ 再說。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帶著全班一題一題算 Δ。強調步驟固定：找 a,b,c → 算 b²−4ac → 看正負。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不解方程也能求根的和與積。提醒符號：和是 −b/a，別漏負號。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鷹架先撐後撤：前幾題照四格填，熟了就不用模板。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Δ=36−20=16&gt;0，兩相異；A2: 和=7,積=10。 B3: Δ=16−4k=0→k=4；B4: m=6，另一根=3。 C5: Δ=4−4k → k&lt;1兩相異 / k=1重根 / k&gt;1無實根。 C6: 錯，Δ&lt;0 無實根，如 x²+1=0。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回收站②。保底：會算 Δ 並判正負，就達標。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進入站③。安撫：文字題不可怕，只要四步驟。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先給整體框架，降低文字題焦慮。四步驟是全站的骨架。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四步驟是本站口訣。特別強調第四步：兩個解要按實際意義取捨。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先看圖（具體），再列式（抽象）。強調 x=−6 為何捨去，扣回第四步。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增長/降價率題型固定：起始×(1±x)^次數 = 結果。套模板即可。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x²+x−56=0→x=7，兩數 7、8；A2: (1+x)²=1.44→x=20%。 B3: x²+7x−60=0→寬5長12；B4: x(32−2x)=120→x=6 或 10。 C5: (1+x)²=121→x=10；C6: 偶數差 2，應列 x(x+2)=48→x=6，兩偶數 6、8。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回收站③。保底：能寫出「設 x」並列出方程，就達標。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整體回收。可請學生每站講一句自己的話覆述。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正向收束，asset-based。肯定努力與策略，不用「終於」「總算」等字眼。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此頁供教師/IEP 對接用，上課可略過。屬 Accommodation，未剪裁課程內容。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2402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一元二次方程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三站通關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四種解法</a:t>
            </a:r>
            <a:pPr algn="l" indent="0" marL="0">
              <a:buNone/>
            </a:pPr>
            <a:r>
              <a:rPr lang="en-US" sz="22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→   </a:t>
            </a:r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判別式與根</a:t>
            </a:r>
            <a:pPr algn="l" indent="0" marL="0">
              <a:buNone/>
            </a:pPr>
            <a:r>
              <a:rPr lang="en-US" sz="22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→   </a:t>
            </a:r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應用題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融合版 · 同一份簡報，跟著三站一步一步走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84832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0848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06040" y="191109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四種解法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606040" y="238658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降次 → 配方 → 公式 → 因式分解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456432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4564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328269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判別式與根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06040" y="375818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不解方程，看出有幾個根、根的和與積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1088136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828032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8280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06040" y="4654296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應用題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606040" y="5129784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文字題四步驟：設 → 列 → 解 → 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" y="5943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每一站都一樣：學一招 → 看範例 → 挑星星練習 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四種解法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四種方法，各有最快的時機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哪一條是「一元二次方程」？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2024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− 2x + 1 = 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852160" y="1920240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 ✔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680960" y="192024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一個未知數，最高次是 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136392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136392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+ 3 = 2 / 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852160" y="3136392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不是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0" y="3136392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分母有 x，不是整式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352544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352544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− 2y + 4 = 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852160" y="4352544"/>
            <a:ext cx="1737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不是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680960" y="4352544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 x、y 兩個未知數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一般式與辨識 a、b、c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10149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x² + b x + c = 0</a:t>
            </a:r>
            <a:pPr algn="l" indent="0" marL="0">
              <a:buNone/>
            </a:pPr>
            <a:r>
              <a:rPr lang="en-US" sz="2400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（ a ≠ 0 ）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91693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先整理成「＝ 0」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850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630168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 前的數 = a，x 前的數 = b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439826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98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343400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剩下的常數 = c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0" y="2926080"/>
            <a:ext cx="3657600" cy="2148840"/>
          </a:xfrm>
          <a:prstGeom prst="roundRect">
            <a:avLst>
              <a:gd name="adj" fmla="val 5106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303580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955280" y="3429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2x² + 3x − 1 = 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55280" y="39776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2　b = 3　c = −1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55280" y="4526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認得 a、b、c，你就開始了 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路線圖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四種方法，這樣一層層學上去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56816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19072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直接開平方法（降次）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0" y="1719072"/>
            <a:ext cx="5623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x² 變成兩條一次方程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798064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35808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798064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配方法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669280" y="2798064"/>
            <a:ext cx="5623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把任何方程變成 ① 的樣子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" y="3877056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877056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公式法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69280" y="3877056"/>
            <a:ext cx="5623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② 的過程一般化，直接代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4956048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19379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93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4956048"/>
            <a:ext cx="3977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因式分解法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669280" y="4956048"/>
            <a:ext cx="5623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看得出因式，就抄捷徑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前三種一層層疊上去；第四種是有把握時的快捷鍵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方法一 概念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 = p：右邊的數決定有沒有根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&gt; 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兩個不等實根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√p 或 −√p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9659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兩個相等實根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9659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&lt; 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0" y="31089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沒有實數根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平方不會是負數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548640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開平方之前，先看右邊是正、零，還是負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方法一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直接開平方法（降次）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6FA4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手順卡 · 照住做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860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860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化成 x² = p 或 (x + k)² = c 的形式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34861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861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964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看右邊的數是正、零還是負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42862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862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0965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右邊 &gt; 0 就兩邊開平方，寫成 ±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50863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863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966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左邊還有 + k 就再移項，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解出兩個根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97880" y="169164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691640"/>
            <a:ext cx="5760720" cy="658368"/>
          </a:xfrm>
          <a:prstGeom prst="roundRect">
            <a:avLst>
              <a:gd name="adj" fmla="val 16667"/>
            </a:avLst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6916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範例：解 (x − 4)² − 9 = 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172200" y="2478024"/>
            <a:ext cx="361188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− 4)² − 9 = 0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29800" y="2478024"/>
            <a:ext cx="160020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原方程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16752" y="3121762"/>
            <a:ext cx="5522976" cy="64373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121762"/>
            <a:ext cx="361188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− 4)² = 9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829800" y="3121762"/>
            <a:ext cx="160020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3765499"/>
            <a:ext cx="361188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− 4 = ± 3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29800" y="3765499"/>
            <a:ext cx="160020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開平方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016752" y="4409237"/>
            <a:ext cx="5522976" cy="64373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4409237"/>
            <a:ext cx="361188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4 ± 3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829800" y="4409237"/>
            <a:ext cx="160020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再移項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72200" y="5052974"/>
            <a:ext cx="361188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7 或 x = 1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829800" y="5052974"/>
            <a:ext cx="1600200" cy="6437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兩個根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48640" y="594360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※「降次」＝把一條二次方程變成兩條一次方程；別漏寫 ±，只寫一個會漏解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方法二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配方法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6FA4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手順卡 · 照住做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860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860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 前面的係數不是 1，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兩邊先除以它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34861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861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964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把常數移到等號右邊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42862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862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0965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兩邊同時加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「一次項係數一半的平方」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50863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863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966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左邊配成 (x + k)²，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套用手順卡①解出兩個根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97880" y="169164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691640"/>
            <a:ext cx="5760720" cy="658368"/>
          </a:xfrm>
          <a:prstGeom prst="roundRect">
            <a:avLst>
              <a:gd name="adj" fmla="val 16667"/>
            </a:avLst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6916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範例：解 x² + 6x − 1 = 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172200" y="2478024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+ 6x − 1 = 0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29800" y="2478024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原方程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16752" y="3014472"/>
            <a:ext cx="5522976" cy="53644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014472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+ 6x = 1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829800" y="3014472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移項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3550920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+ 6x + 9 = 1 + 9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29800" y="3550920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兩邊加 9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016752" y="4087368"/>
            <a:ext cx="5522976" cy="53644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4087368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+ 3)² = 10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829800" y="4087368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配成平方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72200" y="4623816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+ 3 = ± √10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829800" y="4623816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開平方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016752" y="5160264"/>
            <a:ext cx="5522976" cy="536448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5160264"/>
            <a:ext cx="361188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−3 ± √10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9829800" y="5160264"/>
            <a:ext cx="16002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兩個根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48640" y="594360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加的 9 ＝ (6 ÷ 2)²，即「一次項係數一半的平方」；兩邊都要加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先動手：方法一、方法二各做一題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方法三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公式法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6FA4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手順卡 · 照住做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860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860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化成一般式，寫出 a、b、c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34861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861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964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算判別式 Δ = b² − 4ac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42862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862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0965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Δ：Δ &lt; 0 無解、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= 0 一個重根、Δ &gt; 0 兩個根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50863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863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966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代入求根公式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（見右邊範例），解出兩個根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97880" y="169164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691640"/>
            <a:ext cx="5760720" cy="658368"/>
          </a:xfrm>
          <a:prstGeom prst="roundRect">
            <a:avLst>
              <a:gd name="adj" fmla="val 16667"/>
            </a:avLst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6916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範例：解 2(x² − 1) = 3x + 3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172200" y="2478024"/>
            <a:ext cx="361188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2(x² − 1) = 3x + 3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29800" y="2478024"/>
            <a:ext cx="160020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原方程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16752" y="2937837"/>
            <a:ext cx="5522976" cy="459813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2937837"/>
            <a:ext cx="361188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2x² − 3x − 5 = 0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829800" y="2937837"/>
            <a:ext cx="160020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化成一般式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3397649"/>
            <a:ext cx="361188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2  b = −3  c = −5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29800" y="3397649"/>
            <a:ext cx="160020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讀出係數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016752" y="3857462"/>
            <a:ext cx="5522976" cy="459813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3857462"/>
            <a:ext cx="361188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(−3)² − 4(2)(−5)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829800" y="3857462"/>
            <a:ext cx="160020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算判別式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172200" y="4317274"/>
            <a:ext cx="361188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49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829800" y="4317274"/>
            <a:ext cx="160020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&gt; 0 兩根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6016752" y="4777087"/>
            <a:ext cx="5522976" cy="459813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4777087"/>
            <a:ext cx="926592" cy="459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6870192" y="4730387"/>
            <a:ext cx="862076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± 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943344" y="5006993"/>
            <a:ext cx="715772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70192" y="5043569"/>
            <a:ext cx="862076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829800" y="4777087"/>
            <a:ext cx="160020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代入公式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172200" y="5236899"/>
            <a:ext cx="926592" cy="459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6870192" y="5190200"/>
            <a:ext cx="421132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943344" y="5466806"/>
            <a:ext cx="274828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0192" y="5503382"/>
            <a:ext cx="421132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419340" y="5236899"/>
            <a:ext cx="1753362" cy="4598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或 x = −1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9829800" y="5236899"/>
            <a:ext cx="1600200" cy="459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兩個根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48640" y="594360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(−3)² = 9，先平方再算，不是 −9；有括號或分母，一定先整理成一般式才寫 a、b、c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CRA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看懂因式分解：具體 → 圖 → 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 x² + 2x − 35 = 0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4884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6FA48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48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找兩個數：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相乘 = −35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相加 = +2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8463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46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7 和 −5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096512" y="333756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14884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6FA48C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148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9718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填方框：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 + ▢)(x + ▢)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572000" y="48463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846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▢ 放 7、−5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54112" y="333756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046720" y="2148840"/>
            <a:ext cx="338328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214884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6FA48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21488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297180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寫成算式：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 + 7)(x − 5) = 0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8229600" y="484632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846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−7 或 5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方法四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因式分解法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5120640" cy="658368"/>
          </a:xfrm>
          <a:prstGeom prst="roundRect">
            <a:avLst>
              <a:gd name="adj" fmla="val 16667"/>
            </a:avLst>
          </a:prstGeom>
          <a:solidFill>
            <a:srgbClr val="6FA48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5120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手順卡 · 照住做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77240" y="26860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860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24963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化成一般式，右邊等於 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77240" y="34861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4861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32964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把左邊分解成兩個一次式的乘積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77240" y="42862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2862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5880" y="40965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令每個因式分別等於 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77240" y="5086350"/>
            <a:ext cx="420624" cy="42062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8635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896612"/>
            <a:ext cx="41148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解出兩個根，代回原方程驗根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897880" y="1691640"/>
            <a:ext cx="57607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97880" y="1691640"/>
            <a:ext cx="5760720" cy="658368"/>
          </a:xfrm>
          <a:prstGeom prst="roundRect">
            <a:avLst>
              <a:gd name="adj" fmla="val 16667"/>
            </a:avLst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69164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範例：解 x² + 2x − 35 = 0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172200" y="2478024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+ 2x − 35 = 0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29800" y="2478024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原方程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016752" y="3282696"/>
            <a:ext cx="5522976" cy="804672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3282696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 + 7)(x − 5) = 0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829800" y="3282696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因式分解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4087368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+ 7 = 0 或 x − 5 = 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829800" y="4087368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 = 0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016752" y="4892040"/>
            <a:ext cx="5522976" cy="804672"/>
          </a:xfrm>
          <a:prstGeom prst="rect">
            <a:avLst/>
          </a:prstGeom>
          <a:solidFill>
            <a:srgbClr val="DCEAE3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4892040"/>
            <a:ext cx="3611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−7 或 x = 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9829800" y="4892040"/>
            <a:ext cx="1600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兩個根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48640" y="5943600"/>
            <a:ext cx="11109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 右邊一定要先等於 0 才分解；兩邊都有 x 時先移項，不可以除以 x（會漏根）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比較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四種方法，怎麼選？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先看方程長成什麼樣子，再決定用哪一種——不要每題都從頭試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874520"/>
            <a:ext cx="5212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已經是 x² = p 或 (x + k)² = c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55080" y="2020824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DCEAE3"/>
          </a:solidFill>
          <a:ln/>
        </p:spPr>
      </p:sp>
      <p:sp>
        <p:nvSpPr>
          <p:cNvPr id="8" name="Text 6"/>
          <p:cNvSpPr/>
          <p:nvPr/>
        </p:nvSpPr>
        <p:spPr>
          <a:xfrm>
            <a:off x="6355080" y="202082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直接開平方法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92640" y="1874520"/>
            <a:ext cx="1691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最快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0080" y="2953512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953512"/>
            <a:ext cx="5212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一眼看出能因式分解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355080" y="3099816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DCEAE3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09981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因式分解法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92640" y="2953512"/>
            <a:ext cx="1691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最快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40080" y="4032504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032504"/>
            <a:ext cx="5212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分解不出，但係數簡單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355080" y="4178808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DCEAE3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17880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配方法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692640" y="4032504"/>
            <a:ext cx="1691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步步為營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640080" y="5111496"/>
            <a:ext cx="1088136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5111496"/>
            <a:ext cx="52120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係數複雜、配方會出現分數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355080" y="5257800"/>
            <a:ext cx="3108960" cy="640080"/>
          </a:xfrm>
          <a:prstGeom prst="roundRect">
            <a:avLst>
              <a:gd name="adj" fmla="val 14286"/>
            </a:avLst>
          </a:prstGeom>
          <a:solidFill>
            <a:srgbClr val="DCEAE3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5257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公式法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692640" y="5111496"/>
            <a:ext cx="169164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一定解得出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下一頁換你做：挑一顆星開始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17392" cy="3977640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70632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(x−4)²−9=0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用直接開平方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" y="3703320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x²−5x+6=0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用因式分解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67784" y="1783080"/>
            <a:ext cx="3517392" cy="3977640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7784" y="178308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50664" y="183794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550664" y="220370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87240" y="2770632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x²+4x−3=0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用配方法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87240" y="3703320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2x²−5x+2=0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用公式法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41208" y="1783080"/>
            <a:ext cx="3517392" cy="3977640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41208" y="178308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324088" y="183794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324088" y="220370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0664" y="2770632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x²+3x−1=0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自己揀方法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0664" y="3703320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找錯：x²=−9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 x=±3，錯在哪？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四種解法都通；先看方程長成什麼樣子，再選方法。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分不出因式，就用公式法——公式法一定解得出。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判別式與韋達定理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不解方程，也能看出根的情況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不解方程，能知道有沒有解嗎？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63040" y="2103120"/>
            <a:ext cx="9235440" cy="2194560"/>
          </a:xfrm>
          <a:prstGeom prst="roundRect">
            <a:avLst>
              <a:gd name="adj" fmla="val 75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2331720"/>
            <a:ext cx="9235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737360" y="32004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只要看一個數的正負 —— 判別式 Δ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概念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判別式 Δ = b² − 4ac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659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&gt; 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兩個相異實根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兩個不同的答案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9659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兩個相等實根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重根，只有一個答案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96596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0" y="19659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&lt; 0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0" y="31089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沒有實根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解不出實數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範例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三題練判斷（不解方程）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− 3x + 1 = 0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754880" y="187452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9 − 4 = 5 &gt; 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412480" y="187452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兩個相異實根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05840" y="32461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4x² − 4x + 1 = 0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754880" y="324612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16 − 16 = 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0" y="324612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兩個相等實根（重根）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31520" y="4617720"/>
            <a:ext cx="10698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46177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x² + x + 1 = 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754880" y="4617720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4E8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1 − 4 = −3 &lt; 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461772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沒有實根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韋達定理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根與係數的關係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 x² − 5x + 6 = 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299466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94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2025396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兩根和 = 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14116" y="2809494"/>
            <a:ext cx="657352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−b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287268" y="3223260"/>
            <a:ext cx="511048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14116" y="3259836"/>
            <a:ext cx="657352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99484" y="2697480"/>
            <a:ext cx="3785616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−(−5) = 5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" y="404622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46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3749040"/>
            <a:ext cx="2025396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兩根積 = 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14116" y="3861054"/>
            <a:ext cx="484124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287268" y="4274820"/>
            <a:ext cx="337820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14116" y="4311396"/>
            <a:ext cx="484124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826256" y="3749040"/>
            <a:ext cx="1438656" cy="10515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6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77240" y="509778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80060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驗證：兩根是 2、3 → 2+3=5、2×3=6 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26680" y="1600200"/>
            <a:ext cx="3886200" cy="822960"/>
          </a:xfrm>
          <a:prstGeom prst="roundRect">
            <a:avLst>
              <a:gd name="adj" fmla="val 11111"/>
            </a:avLst>
          </a:prstGeom>
          <a:solidFill>
            <a:srgbClr val="4E8770"/>
          </a:solidFill>
          <a:ln/>
        </p:spPr>
      </p:sp>
      <p:sp>
        <p:nvSpPr>
          <p:cNvPr id="27" name="Text 24"/>
          <p:cNvSpPr/>
          <p:nvPr/>
        </p:nvSpPr>
        <p:spPr>
          <a:xfrm>
            <a:off x="7955280" y="1600200"/>
            <a:ext cx="94488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= 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845296" y="1717929"/>
            <a:ext cx="54711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−b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8918448" y="2011680"/>
            <a:ext cx="400812" cy="914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45296" y="2048256"/>
            <a:ext cx="54711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9520428" y="1600200"/>
            <a:ext cx="13716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積 = 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837164" y="1717929"/>
            <a:ext cx="4290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10910316" y="2011680"/>
            <a:ext cx="282702" cy="9144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837164" y="2048256"/>
            <a:ext cx="4290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鷹架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韋達解題模板（照著填）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0391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問什麼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58775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求兩根的和／積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309360" y="187452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203911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已知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58775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找出 a、b、c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4279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策略算式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4828032"/>
            <a:ext cx="1385316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= 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208276" y="4817745"/>
            <a:ext cx="54711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−b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281428" y="5111496"/>
            <a:ext cx="400812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08276" y="5148072"/>
            <a:ext cx="54711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51560" y="5394960"/>
            <a:ext cx="1385316" cy="5669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 = 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208276" y="5384673"/>
            <a:ext cx="4290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81428" y="5678424"/>
            <a:ext cx="282702" cy="9144"/>
          </a:xfrm>
          <a:prstGeom prst="line">
            <a:avLst/>
          </a:prstGeom>
          <a:noFill/>
          <a:ln w="19050">
            <a:solidFill>
              <a:srgbClr val="233A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08276" y="5715000"/>
            <a:ext cx="42900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3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309360" y="411480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42793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驗算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37960" y="4828032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代回檢查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和、積對不對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下一頁換你做：先算 Δ 再說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17392" cy="3977640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70632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算 Δ 判斷根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x²−6x+5 = 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" y="3703320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寫兩根和與積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x²−7x+10 = 0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67784" y="1783080"/>
            <a:ext cx="3517392" cy="3977640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7784" y="178308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50664" y="183794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550664" y="220370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87240" y="2770632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k 為何值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x²−4x+k 有重根？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87240" y="3703320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一根是 2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x²−5x+m，求 m 和另一根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41208" y="1783080"/>
            <a:ext cx="3517392" cy="3977640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41208" y="178308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324088" y="183794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324088" y="220370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0664" y="2770632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k 分三種情況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x²−2x+k = 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0664" y="3703320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判對錯：任何二次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方程都有兩實根？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看幾個根，韋達看根的和與積。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先算 Δ = b² − 4ac，看它是正、零，還是負。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一元二次方程的應用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文字題 → 方程 → 合理的答案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文字題好難？其實只有四步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63040" y="2194560"/>
            <a:ext cx="9235440" cy="2011680"/>
          </a:xfrm>
          <a:prstGeom prst="roundRect">
            <a:avLst>
              <a:gd name="adj" fmla="val 8182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463040" y="2194560"/>
            <a:ext cx="9235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 → 列 → 解 → 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步驟卡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解應用題的四步驟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7724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56816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56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設未知數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023360" y="1737360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把要求的設成 x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761488"/>
            <a:ext cx="77724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98094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80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761488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列方程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023360" y="2761488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照題意寫等式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1520" y="3785616"/>
            <a:ext cx="77724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05072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050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3785616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解方程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023360" y="3785616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用四種解法之一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1520" y="4809744"/>
            <a:ext cx="77724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4809744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檢驗作答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023360" y="4809744"/>
            <a:ext cx="429768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答案要合理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778240" y="1737360"/>
            <a:ext cx="2743200" cy="4023360"/>
          </a:xfrm>
          <a:prstGeom prst="roundRect">
            <a:avLst>
              <a:gd name="adj" fmla="val 4667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 取捨提醒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61120" y="2651760"/>
            <a:ext cx="2377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常有兩個解。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長度、人數、時間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都不能是負數，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不合理就捨去。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具體 → 抽象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範例一：矩形面積問題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17320" y="2194560"/>
            <a:ext cx="4114800" cy="2377440"/>
          </a:xfrm>
          <a:prstGeom prst="rect">
            <a:avLst/>
          </a:prstGeom>
          <a:solidFill>
            <a:srgbClr val="DCEAE3"/>
          </a:solidFill>
          <a:ln w="25400">
            <a:solidFill>
              <a:srgbClr val="4E87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19456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 = 24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" y="2194560"/>
            <a:ext cx="1188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寬 = 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4617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 = x + 2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0" y="2148840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設寬 x，長 x + 2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852160" y="2807208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x(x + 2) = 24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852160" y="3465576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x² + 2x − 24 = 0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852160" y="4123944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(x + 6)(x − 4) = 0 → x = 4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852160" y="4782312"/>
            <a:ext cx="5669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寬是長度取正 → 寬 4、長 6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5852160" y="5440680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5440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−6 不合（長度不能是負）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變化率模板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範例二：連續降價問題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868680"/>
          </a:xfrm>
          <a:prstGeom prst="roundRect">
            <a:avLst>
              <a:gd name="adj" fmla="val 10526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10149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原價 100 元，連續兩次降價後變 81 元，求平均每次降價率。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7889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設每次降價率 x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22960" y="3584448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844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538728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100 (1 − x)² = 81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822960" y="4334256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288536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(1 − x)² = 0.81 → 1 − x = 0.9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822960" y="5084064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84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5038344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= 0.1 = 10%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下一頁換你做：先寫「設 x」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517392" cy="3977640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70632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兩連續正整數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積是 56，求兩數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" y="3703320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產量 100→144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求平均年增長率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67784" y="1783080"/>
            <a:ext cx="3517392" cy="3977640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7784" y="178308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550664" y="183794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550664" y="220370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87240" y="2770632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矩形長比寬多 7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 60，求長寬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87240" y="3703320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靠牆籬笆 32 米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面積 120，求鄰邊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41208" y="1783080"/>
            <a:ext cx="3517392" cy="3977640"/>
          </a:xfrm>
          <a:prstGeom prst="roundRect">
            <a:avLst>
              <a:gd name="adj" fmla="val 312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41208" y="1783080"/>
            <a:ext cx="351739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324088" y="1837944"/>
            <a:ext cx="3151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324088" y="2203704"/>
            <a:ext cx="31516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60664" y="2770632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傳染病兩輪 121 人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求每輪傳染 x 人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60664" y="3703320"/>
            <a:ext cx="309676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找錯：連續偶數積 48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 x(x+1)=48 錯在哪？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應用題：設、列、解、驗四步，答案要合理。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先寫「設 x」，再照範例把題意列成方程。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三站帶走話，一次回顧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1226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1226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51760" y="178308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四種解法都通；先看樣子再選方法。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52958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2958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320040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Δ 看幾個根，韋達看根的和與積。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494690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94690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51760" y="461772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設、列、解、驗四步，答案要合理。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你已經走完三站！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一元二次方程，你做得到。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下次遇到二次方程，記得先問：它長成什麼樣子？該用哪一種方法？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供科組 / IEP 會議說明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教師備註 · 融合層設計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調整定位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路線：Accommodation（調整支援）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內容不減、維持初三年級標準，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只改「接觸方式」與「練習鷹架」。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分層靠學生自選星星，不點名個案。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融合層做了什麼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CRA 三階：具體 → 圖 → 抽象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手順卡①–④：措辭與講義逐字同步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視覺鷹架：韋達 / 應用四步模板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轉換點＋預告：照顧注意力節奏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保底成功句＋asset-based 用語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一元二次方程（抽離小組·融合版）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一元二次方程 三站通關（融合抽離版）</dc:title>
  <dc:subject>PptxGenJS Presentation</dc:subject>
  <dc:creator>初三數學抽離小組</dc:creator>
  <cp:lastModifiedBy>初三數學抽離小組</cp:lastModifiedBy>
  <cp:revision>1</cp:revision>
  <dcterms:created xsi:type="dcterms:W3CDTF">2026-08-05T06:35:02Z</dcterms:created>
  <dcterms:modified xsi:type="dcterms:W3CDTF">2026-08-05T06:35:02Z</dcterms:modified>
</cp:coreProperties>
</file>