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空間推理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資源班課堂教學．相對面／翻滾提示卡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先想一想：一個摺紙謎題考起你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認識兩張提示卡：相對面／翻滾方向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完整範例，圖文對照走一次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換你做：練習A／B／C，鷹架逐層減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十字形展開圖，六個面標住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頂／左／前／右／後／底。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摺成正方體，邊個面同「前」相對？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左面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後面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底面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提示：諗吓摺紙嗰陣，邊兩個面永遠見唔到對方。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範例完整走一次：相對面法則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①睇展開圖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頂B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左A前C右D後E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底F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橫排：A-C-D-E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②數位置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橫排 A-C-D-E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對應位置1,2,3,4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前C係第2位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③套用法則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位置差＝2嘅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兩格係相對面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第2位同第4位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(C同E)相對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答案：後E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呢類題目點分類：揀邊張卡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見到「展開圖」摺正方體 → 查提示卡①相對面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見到正方體「滾一下」→ 查提示卡②翻滾方向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滾多過一次 → 逐步更新六面狀態，一步步嚟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1596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唔識揀邊張卡？睇題目有冇「展開圖」定「滾」呢個字。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接下來，拆解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最常見嘅撞板位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常見錯法對照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諗住相鄰嘅格就係相對面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相隔一格先係相對面，唔係貼住嗰格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滾嘅時候前後兩面都跟住變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向左右滾，前／後兩面唔會變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滾兩次諗埋一齊，跳過中間果步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滾兩次要分兩步，逐步更新先啱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另一個範例：翻滾方向點做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頂B 前C 右D 左A 後E 底F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向右滾一下，新頂面係邊個？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問乜？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向右滾一下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之後嘅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新頂面係邊個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已知六面：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頂B 前C 右D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左A 後E 底F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查提示卡②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「向右滾」：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左→頂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原本左面＝A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新頂面＝A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核對：前後不變，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前仍係C，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同原本一致✓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睇清楚題目係「展開圖」定「滾方向」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展開圖題：數清楚橫排／直排邊格相隔一格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滾方向題：揭提示卡②，跟住循環表填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滾多過一次：填一次狀態表，先再滾下一次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唔識分？記住：有摺紙圖用卡①，講「滾」用卡②。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最後，進入練習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A1．頂2/左1-前3-右4-後5/底6</a:t>
            </a:r>
          </a:p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邊個面同「1」相對？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橫排係 1－3－4－5，對應位置1,2,3,4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「1」喺第1位，位置差2 → 睇第3位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第3位係「4」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答案：4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易錯：唔可以淨係睇邊，要數返實際位置差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A2．同一十字形展開圖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頂2/左1-前3-右4-後5/底6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邊個面同「2」相對？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鷹架：提示卡①可查閱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B2．頂2 前3 右4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左1 後5 底6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向前滾一下，新頂面？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鷹架：提示卡②循環表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C1．同一正方體，先向右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滾一下，再向前滾一下，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最終嘅頂面係邊個？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鷹架：自己填狀態表，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冇額外提示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摺紙睇相隔格，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滾動查循環表，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心入面唔使諗晒。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見到展開圖，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數位置差；見到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「滾」，查提示卡。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高三數學．第5章 數理邏輯(三)．L17 空間推理．資源班課堂簡報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