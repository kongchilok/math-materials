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類比與詞語關係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資源班課堂教學．先辨關係，後選答案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先想一想：一條類比題考起你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認識關鍵字對譯表：六種關係類型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範例完整走一次：先辨關係、後核對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換你做：練習A／B／C，鷹架逐層減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醫生：病人　與　老師：？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醫院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學生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課本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提示：醫生嘅工作對象係病人；老師嘅工作對象係邊個？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範例完整走一次：羽毛：鋼筆／火炬：？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①先睇已知對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羽毛：鋼筆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羽毛係舊式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書寫工具，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鋼筆功能相同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但技術升級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②逐項核對選項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A燃燒＝動作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剔除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B書寫＝用途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剔除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C燈籠＝升級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照明工具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D火焰＝現象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剔除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③確認同一關係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火炬（舊）→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燈籠（新）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都係新舊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替代關係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常見詞語關係類型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反義：意思相反，例如黑↔白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近義：意思相似，例如建造≈建設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類別：實例，大類與其中一個例子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工具：目的，用嚟做咩、達成咩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6460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新舊替代／窮盡互斥：升級取代或僅得兩值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7044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見到『感覺似』唔算，要講得出邊一種關係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接下來，拆解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最常見嘅撞板位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睇到都係『地點』就當同關係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要睇清關係本質，唔淨睇表面聯想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『劍：劍鋒』當『金屬：鐵』同型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部件關係同類別關係唔係同一種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顏色：黑／白都當窮盡互斥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類別要淨得兩個值先算窮盡互斥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另一個範例：雙空格點做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錯誤：『？』／『？』：建設　分別填一個相關詞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錯誤同建設，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分別要配一個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相關詞，兩組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關係要一致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A正確／建造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B過失／設置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C紕漏(得一個)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D謬誤／毀壞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『正確』＝錯誤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嘅反義詞；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『建造』＝建設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嘅近義詞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兩組關係類型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各自準確清晰，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D兩組自相矛盾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讀清楚已知嗰對詞，講出關係類型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逐個選項核對，是咪同一種關係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兩個選項都似？諗清邊個結構一致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揀咗答案，代返去題目讀一次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純粹憑感覺揀，同冇做呢一步一樣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最後，進入練習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A1．航海：羅盤　與　生命：？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A．靈魂　B．夢想　C．經驗　D．活力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已知：羅盤指引航海嘅方向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生命同樣需要一個方向指引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A靈魂／C經驗／D活力都唔係方向指引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得B夢想扮演方向指引角色，答案B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易錯：淨係揀『感覺有關』嗰個，唔係目標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2．金屬：鐵　與？：單車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A交通工具　B車輪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C摩托車　D以上皆不是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鷹架：題目旁附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關係類型對照表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4．峰迴路轉山窮水盡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邊句意思相同？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A安居樂業四海為家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B比比皆是一成不變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C沉默寡言豪言壯語 D囫圇吞棗融匯貫通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鷹架：冇提示，自己諗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5．男：女：性別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邊項係同等關係？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A北磁極南磁極磁極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B北南方向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C黑白顏色 D以上不是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鷹架：完全冇提示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唔係揀『感覺似』，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係揀『同一種關係』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嘅嗰個選項。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見到類比題，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先問：呢對詞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係咩關係？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高三數學．第7章 語文與邏輯推理(二)．L20 類比與詞語關係．資源班課堂簡報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