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三角函數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資源班課堂教學．五張提示卡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認識五張提示卡：什麼時候翻哪一張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範例A、B：六個三角比與象限符號判斷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範例C、D：和角差角拆角與二倍角公式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範例E＋分層任務：通解與整合應用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已知 cos θ = 4/5，你能不能直接算出 sin θ 的值？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一定是 3/5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一定是 -3/5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要看 θ 在哪個象限，可能是 3/5 或 -3/5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提示：開根號只給你大小，正負要另外用卡二查象限。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卡一・六個三角比（三件套呈現）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①什麼時候翻我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題目給了直角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三角形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（或兩條邊長）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問 sin、cos、tan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等於多少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②圖上看什麼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先圈出問的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是哪個角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再標對邊／鄰邊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／斜邊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斜邊永遠是直角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對面那一條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sinA=對邊/斜邊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cosA=鄰邊/斜邊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tanA=對邊/鄰邊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其餘三個是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它們的倒數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五張提示卡：看到什麼就翻哪一張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給直角三角形或兩邊長 → 卡一・六個三角比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只給一個值或問第幾象限 → 卡二・象限符號盤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求15°/75°/105°等非特殊角 → 卡三・和角差角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式子有2α或sinα+cosα → 卡四・二倍角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6460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題目問通解、選項有n → 卡五・通解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7044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先分類、再動筆——選對卡才開始計算。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五張卡都認識了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接下來看三個最容易出錯的地方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最常見的三個錯法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開根號後直接當作正數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開根號只得大小，正負要另查象限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cos(α±β)正負跟sin公式一樣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cos中間符號與括號相反，sin才一樣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sin與cos通解公式寫法一樣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sin配(-1)ⁿ、cos配±，兩者不同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範例：求 cos105° 完整解一次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求 cos105° 的值（105°不是特殊角）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求cos105°的值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（拆成兩個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特殊角）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105°=60°+45°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用cos(α+β)公式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cos60°cos45°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-sin60°sin45°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=½×√2/2-√3/2×√2/2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=(√2-√6)/4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105°在第二象限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cos應該是負的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√2&lt;√6，答案確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實是負數 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先讀題，判斷屬於五類中的哪一類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翻對提示卡，找出對應的觸發條件與公式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代入數值：留意正負號要另外用卡二核對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檢查結果：套用sin²+cos²=1或看象限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選對提示卡是這一課的關鍵，不是計算本身難。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熟習五張卡之後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輪到你自己動手做練習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練習A・第1題．老師示範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直角△ABC，∠C=90°，AC=6、BC=8，求AB與sinA/cosA/tanA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看∠A：對邊BC=8，鄰邊AC=6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先求斜邊AB=√(6²+8²)=√100=10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sinA=8/10=4/5，cosA=6/10=3/5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tanA=8/6=4/3（對邊/鄰邊）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sinB=3/5=cosA，因為∠B的對邊=∠A的鄰邊。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分層任務．練習A／B／C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求cos75°的值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提示：75°=45°+30°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翻卡三代公式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手順卡在旁邊備查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已知cosθ=-3/5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θ∈(π/2,π)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求sinθ與tanθ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提示：卡二定正負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再代sin²+cos²=1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求sin105°、cos105°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再用二倍角求sin210°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並用另一方法驗證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提示：卡三→卡四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連續換兩張卡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看到三角函數題，先問：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這是哪一類？該翻哪張卡？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五張卡：六個比、象限、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和角差角、二倍角、通解。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開根號後記得定正負。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中學基礎數學應用．L12 三角函數．資源班課堂簡報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