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排列與組合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資源班課堂教學．關鍵字對譯表＋五張提示卡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中學基礎數學應用．L10 排列與組合．資源班課堂簡報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今天要做的四件事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認識關鍵字對譯表：一般對譯＋陷阱詞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範例：先定分類定分步，再判P定C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認識五張提示卡：處理附加條件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老師陪你做第一題練習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中學基礎數學應用．L10 排列與組合．資源班課堂簡報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先想一想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某班有10位同學。選出「正、副班長」各一人，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同選出「2位代表」出席會議，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這兩種選法的方法數是不是一樣多？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一樣多，都是45種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正副班長90種、代表45種——差一倍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代表比較多，因為比較容易選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等一下用「調轉順序是不是同一件事」這個測試，就知道為什麼差一倍。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中學基礎數學應用．L10 排列與組合．資源班課堂簡報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範例：三步完整走一次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①圈關鍵字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「先…再…」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是兩個動作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接續完成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甲→乙→丙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兩段都要走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②查表定招式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查表：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「先…再…」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＝分步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分步→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方法數相乘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③列式計算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甲→乙：3+2=5種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乙→丙：2+2=4種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5×4=20種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中學基礎數學應用．L10 排列與組合．資源班課堂簡報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動筆前，先問自己三個問題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動作完成了嗎？完成＝分類相加，未完成＝分步相乘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調轉兩個對象，是同一件事嗎？是＝組合C，不是＝排列P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有沒有必須／不能／至少／重複／圓桌？有就要加一招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31596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次序不能反：先分類分步，再判P定C，最後才加招數。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中學基礎數學應用．L10 排列與組合．資源班課堂簡報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接下來，認識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五張提示卡點樣用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中學基礎數學應用．L10 排列與組合．資源班課堂簡報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三個容易撞板的地方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「至少一個」逐個情況數，又長又易漏兩三種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至少一個＝全部－一個都沒有（補集法）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捆綁後忘記：綁在一起的人也要排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綁完要再×k!（他們自己也能互換）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圓桌坐法當直排計算，寫成 n!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圓桌沒有頭尾，要用(n-1)!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中學基礎數學應用．L10 排列與組合．資源班課堂簡報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範例：混合題完整走一次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自助餐店80元便當：主菜3款選1，配菜8款選3，共有多少種便當？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問什麼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共有多少種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不同的便當？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已知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主菜3款選1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配菜8款選3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主菜配菜都要有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策略算式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主菜：3種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配菜：C(8,3)=56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(沒有先後，用C)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分步相乘：3×56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解答驗算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3×56=168種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配菜若用P(8,3)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=336就錯——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配菜之間沒有先後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中學基礎數學應用．L10 排列與組合．資源班課堂簡報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自己動手時的四個動作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讀題目，圈出關鍵字（陷阱詞要多想一步）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查對譯表，決定分類定分步、P定C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有沒有必須／不能／至少／重複／圓桌？挑對提示卡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列式計算，答案代回去檢查是否合理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先圈關鍵字，勝過亂猜公式。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中學基礎數學應用．L10 排列與組合．資源班課堂簡報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進入練習，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老師陪你做第一題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中學基礎數學應用．L10 排列與組合．資源班課堂簡報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練習A 第1題．老師示範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甲乙丙三人到速食店，每人各點一套餐（共3種），共有多少種點法？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圈到「每人各點一個」→ 查表：獨立選一次→連乘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甲有3種選擇，乙有3種，丙有3種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彼此互不影響，三人分步都要做：3×3×3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42816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3³＝27種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19472"/>
            <a:ext cx="11094415" cy="54864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1091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⚠ 不是排列！三人可以都點同一款套餐。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中學基礎數學應用．L10 排列與組合．資源班課堂簡報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換你做：練習A／B／C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甲乙丙丁排成一列：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(1)任意排列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(2)甲排首位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(3)乙不排末位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提示：查提示卡一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餐廳設計菜單：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7種菜色選5種，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其中2種必選，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有幾種不同菜單？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提示：先扣走已選2種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5塊不同蛋糕分給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A、B、C三人，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C至少拿到一塊，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方法數是多少？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（不提示，自己判斷）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中學基礎數學應用．L10 排列與組合．資源班課堂簡報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先圈關鍵字，再查表定招式，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最後才計算。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有先後用P，沒先後用C；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有陷阱詞就翻提示卡。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中學基礎數學應用．L10 排列與組合．資源班課堂簡報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