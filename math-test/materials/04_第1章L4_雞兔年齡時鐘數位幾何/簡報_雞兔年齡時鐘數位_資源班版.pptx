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雞兔同籠、年齡、時鐘、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數位與幾何應用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資源班課堂教學．五張題型卡教學法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認五張題型卡：什麼時候翻我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五個範例：雞兔、年齡、時鐘、數位、幾何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抓住兩個最容易錯的步驟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老師陪你做練習A，你自己做B、C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籠裡關住雞和兔，共 12 個頭、40 隻腳，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兔有多少隻？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6 隻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8 隻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10 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兩種動物、兩個總量——等一下用兩條式來解。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範例：提示卡完整走一次（雞兔同籠）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①觸發語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題目給出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兩種東西的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總個數（頭）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同時給出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另一總量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（腳）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翻《雞兔卡》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②設定式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設兔 x 隻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雞 y 隻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① x+y=12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（頭數）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② 4x+2y=40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（腳數）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③代入檢核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解得 x=8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y=12-8=4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頭：8+4=12 ✓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腳：8×4+4×2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=40 ✓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兔8隻、雞4隻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五種題型，一眼辨認（觸發語）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雞兔同籠：給兩種東西的總個數＋另一總量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年齡：出現幾年前／幾年後／幾倍／年齡和差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時鐘：出現時針、分針、夾角，或快慢鐘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數位：出現個位、十位、兩位數、數字對調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6460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幾何：出現周長、面積、表面積、體積、稜長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7044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讀完題目，先在這五行裡找出對得上的那一句。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接下來，看兩個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最容易錯的步驟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三個最常見的錯法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時針停在整點，3點算90°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時針每分鐘走0.5°，應為105°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只把其中一人的年齡減16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兩人年齡同時要減16年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十位個位數字直接相加／相乘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兩位數要寫成10a＋b才列式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範例：解題四動作完整走一次（年齡）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【範例】16年前父親年齡是阿達的3倍，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現在是2倍。阿達今年幾歲？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阿達今年的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年齡是多少？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現在：父親＝阿達的2倍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16年前：父親＝阿達的3倍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設阿達今年 x 歲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父親今年 2x 歲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16年前：兩人都減16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2x-16=3(x-16)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解得 x=32（歲）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父親 64 歲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年齡差：64-32=32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16年前：48-16=32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認題型：讀完題目先問「是五種當中的哪一種」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設未知數：整句寫「設……為 x」，連單位一起寫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列方程：照卡上設定式抄下，把數字代入，勿憑記憶更改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解出後代回題目原文檢核，並檢查答案是否合理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沒有先認題型就動筆，是本課失分最多的一步。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進入練習，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練習A・雞兔同籠．老師示範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農場的雞和兔關在同一個籠裡，共有20個頭、56隻腳。問雞、兔各有多少隻？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認題型：頭數＋腳數同時給，是雞兔同籠題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設兔 x 隻、雞 y 隻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頭：x+y=20　腳：4x+2y=56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解得 x=8（兔）、y=12（雞）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28032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09744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驗算：頭8+12=20，腳32+24=56 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※ 認題型看的是結構，不是故事情境。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長方形周長36厘米，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長比寬多4厘米，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求面積。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（這層仍有工具卡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＋四動作提示）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求4時20分時，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時針與分針的夾角。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（這層不標翻哪張卡，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要自己認題型）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長方體長12cm、寬8cm，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表面積312cm²，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求體積。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（這層收起卡片，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只需先寫設的未知數）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先認題型、翻對卡，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題目就已經解決一半。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認、設、列、檢，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四步做完再交卷。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特殊數學應用專題．L4 雞兔同籠、年齡、時鐘、數位與幾何應用．資源班課堂簡報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