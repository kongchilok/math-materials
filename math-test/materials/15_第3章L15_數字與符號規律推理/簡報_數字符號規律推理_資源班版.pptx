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數字與符號規律推理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資源班課堂教學．規律偵測四步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先想一想：一條數列考起你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認識《規律偵測四步》手順卡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完整範例，四步逐步走一次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換你做：練習A／B／C，鷹架逐層減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1　4　9　16　？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你答得出下一個數嗎？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25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提示：1=1²，4=2²，9=3²，16=4²……跟住諗落去。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範例完整走一次：27 8 1 9 ？ 1 3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①觀察＋分組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相鄰加減乘除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都唔啱，行唔通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改試三個一組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(27,8,1)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(9,？,1)(3,1)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②提出假設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第一組全部係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3,2,1的立方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3³=27 2³=8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1³=1　全部啱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估第二組係平方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③驗證全部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3²=9✓(第1位)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1²=1✓(第3位)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兩個已知位都啱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所以？=2²=4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規律推理的四大類型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數字規律：相鄰項加減乘除、平方立方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交錯規律：隔一個位，其實係兩條規律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分組規律：連續幾個一組，組內先有關係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非數字規律：分類歸納／排序推理／符號對應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唔知邊一種？由「數字規律」試起，唔得先諗交錯或分組。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接下來，拆解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三個最常見嘅撞板位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只試加減，唔試乘除同次方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四樣都要試：加減乘除同次方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見到成串數字就當一條數列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先驗有冇隔位交錯，兩條規律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啱頭一兩個數字就落結論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全部已知項都要驗證先作答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另一個範例：交錯規律點做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625 49 576 47 ？ 45 484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求空格數字（交錯規律）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呢個空格填乜？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係咪淨係一條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規律，定係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兩條交錯規律？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位置1,3,5,7：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625,576,？,484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位置2,4,6：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49,47,45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奇數位：25²,24²,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？,22²→底降1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第5位底＝23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23²=529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偶數位49,47,45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公差-2，獨立成立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確認交錯假設啱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答案：529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抄一次已知數字，排好，標低邊個位是空格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試相鄰項：加減乘除、平方定立方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唔得就試分組：隔一個，或連續幾個一組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揀一個假設，驗證晒全部已知項先落答案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驗證淨係啱一兩個唔算，全部已知項都要啱先收貨。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最後，進入練習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A1．4 3 1 12 9 3 17 5 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分組：(4,3,1)(12,9,3)(17,5,?)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驗證組1：4−3=1 ✓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驗證組2：12−9=3 ✓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套用組3：17−5=12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易錯：以為係「加埋」，4+3=7≠1，冇試減法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13　21　34　55　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求空格數字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鷹架：手順卡印喺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題目旁，跟住做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12　10　？　12　6　14　3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求空格數字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鷹架：唔記得步驟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就睇返工具卡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西遊記／紅樓夢／水滸傳／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三國演義／阿Q正傳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邊個同其餘四個唔同類？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鷹架：完全冇提示，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自己諗邊個屬性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唔知點開始試？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跟住四步：相鄰、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分組、假設、驗證。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見到數列先試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相鄰項嘅加減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乘除同次方。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高三數學．第3章 數理邏輯(一)．L15 數字與符號規律推理．資源班課堂簡報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