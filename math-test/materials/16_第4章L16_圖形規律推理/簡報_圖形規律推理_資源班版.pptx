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L16 圖形規律推理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資源班課堂簡報．D5 圖文雙軌對照＋D11 標記對應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高三數學．第4章 數理邏輯(二)．L16 圖形規律推理．資源班課堂簡報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今日要做的四件事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睇一條規律題，唔靠感覺猜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學識將圖案變化講成一句話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跟雙軌表，一格一格自己試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分層練習：A／B／C 三種難度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高三數學．第4章 數理邏輯(二)．L16 圖形規律推理．資源班課堂簡報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先感覺一下：格④係咩？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①三角形→②四邊形→③五邊形→④？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（全部空心，邊數有規律？）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六邊形（空心）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六邊形（實心）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五邊形（空心，唔變）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唔使急揀，一陣間學識點樣有根據咁揀。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高三數學．第4章 數理邏輯(二)．L16 圖形規律推理．資源班課堂簡報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分析步驟：由「感覺」到「講得出」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 逐格編號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四格圖案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編號①②③④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由第一格開始睇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 只比較相鄰兩格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由①到②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邊度變咗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一次淨係諗一步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 講成一句話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例如「邊數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每格 +1」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套用到④嘅答案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高三數學．第4章 數理邏輯(二)．L16 圖形規律推理．資源班課堂簡報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圖案規律常見嘅變化類型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數量：每格幾多個，點樣加減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方向：箭嘴／圖形每格轉幾多度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邊數：三角形→四邊形→五邊形…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填色：空心／實心，有冇交替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留意：有啲題目唔止一種變化同時發生！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高三數學．第4章 數理邏輯(二)．L16 圖形規律推理．資源班課堂簡報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睇得出唔代表講得出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下一步：拆解常見嘅諗錯位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高三數學．第4章 數理邏輯(二)．L16 圖形規律推理．資源班課堂簡報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呢啲諗法你有冇中過？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感覺啱就直接揀答案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逐格講出邊度變咗先揀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淨係跟到一種變化就收工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檢查仲有冇第二種變化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兩排圖案用同一條規律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上下兩排要分開睇規律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高三數學．第4章 數理邏輯(二)．L16 圖形規律推理．資源班課堂簡報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邊數同填色可能同時變，格④係咩？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四格圖案：邊數同填色都可能變，格④係咩？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問乜嘢：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格④嘅邊數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同填色分別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係咩？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已知：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邊數逐格+1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填色空心／實心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交替出現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策略：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邊數：跟 +1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填色：跟交替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兩條分開跟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驗算：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5+1=6條邊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交替到實心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答：實心六邊形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高三數學．第4章 數理邏輯(二)．L16 圖形規律推理．資源班課堂簡報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自己動手時嘅4個檢查動作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逐格編號①②③④，由第一格開始睇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淨係比較相鄰兩格，唔好一次睇成串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如果有兩種變化，兩種都要分開講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答案畫得出嚟，或者講得出係咩形狀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高三數學．第4章 數理邏輯(二)．L16 圖形規律推理．資源班課堂簡報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識規律、識檢查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落嚟自己試三種難度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高三數學．第4章 數理邏輯(二)．L16 圖形規律推理．資源班課堂簡報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老師示範：練習A 第1題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①1粒→②2粒→③3粒→④？粒　實心圓點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逐格編號，由①睇到④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①到②：1粒→2粒，多咗1粒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②到③：2粒→3粒，都係多1粒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規律：每格 +1（唔係 ×2）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828032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809744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④＝3+1＝4粒實心圓點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86400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易錯：以為係 ×2，其實係固定 +1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高三數學．第4章 數理邏輯(二)．L16 圖形規律推理．資源班課堂簡報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分層任務：揀返你嘅難度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箭嘴方向：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①上②右③下④？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提示：順時針轉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雙軌表已填一半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邊數＋填色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可能同時變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④係咩形狀？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雙軌表得標題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箭嘴數量同方向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都可能變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④有幾支、指邊？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冇雙軌表，自己講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高三數學．第4章 數理邏輯(二)．L16 圖形規律推理．資源班課堂簡報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識睇圖唔夠，仲要識埋一句話講出規律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起碼要講到：呢格同上一格，邊度唔同、點樣唔同。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高三數學．第4章 數理邏輯(二)．L16 圖形規律推理．資源班課堂簡報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