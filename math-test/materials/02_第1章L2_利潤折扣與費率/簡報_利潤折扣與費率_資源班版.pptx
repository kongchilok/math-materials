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利潤、折扣與費率階梯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資源班課堂教學．基準量條形圖法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猜猜「先打8折再減10%」等於打幾折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學條形圖的前後變化畫法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找出這個百分比是拿誰當100%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老師陪你做第一題練習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定價 500 元，先打 8 折，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再從打折後的價錢減價 10%。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這樣等於原價打幾折？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70 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72 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90 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等一下我們用條形圖，把「基準換了」畫出來就知道答案。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從實物到算式：基準換了幾次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具體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電風扇進價 250 元。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店主按進價加價40%定出標價，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再按標價打八折出售。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問：店主每部賺多少元？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表徵（前後變化）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進價畫一整條＝100%。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標價＝進價再接長 40%。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售價＝標價的80%，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畫比標價短一點的一條。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抽象（算式）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標價 = 250×1.4 = 350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售價 = 350×0.8 = 280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賺 = 280−250 = 30（元）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先問一句：這個 % 是拿誰當100%？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題目說「打折」→ 基準是定價（標價）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題目說「加價／加成」→ 基準是進價（成本）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題目說「利潤率」→ 基準是進價，不是售價！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一題出現兩個百分比，就要問兩次、圈兩次基準。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接下來，看三個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最容易寫錯的算式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三個容易踩錯的陷阱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先打8折再減10% ＝ 打(20%+10%)＝70折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要連乘：0.8×0.9＝0.72，即72折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利潤是進價20% → 利潤＝售價×0.2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利潤率分母是進價：利潤＝進價×0.2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打八折 → 售價＝定價×0.2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八折＝付原價80%：售價＝定價×0.8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範例：完整走一次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電風扇進價250元，店主按進價加價40%定出標價，再按標價打八折出售。店主每部賺多少元？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店主每部賺多少元？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進價250元；加價40%定標價；標價打8折出售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標價 = 250×1.4 = 350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售價 = 350×0.8 = 280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賺 = 280−250 = 30（元）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驗算：1.4×0.8=1.12＝112%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利潤率 30/250=12%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圈基準量：問「這個%是拿誰當100%」（定價／進價／變化前）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畫條：基準量畫一整條；有門檻（首N度）就切成幾段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一次變化畫一條：兩次變化要相乘，不可以相加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反推檢核：答案代回去求一次率或差，看是否等於題目給的數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座地風扇定價800元，店慶全場先打八折，會員憑卡再減價5%。會員買一部實付多少元？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打八折：800×0.8 = 640（元）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會員再減5%（基準是打折後的640元）：640×0.95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640×0.95 = 608（元）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52544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4398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⚠ 第二個5%的基準是「打折後的價」，不是原定價800元。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外套進價240元，店主想賺取進價35%的利潤，售價應定為多少元？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（先圈基準量，再畫條形圖）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定價500元，先打八折，再從打折後的價錢減價10%，售價是多少元？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（自己畫兩次變化的條形圖）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住宅用電階梯收費：首200度0.8元、201-400度1.1元、超過400度1.5元。用電520度，電費共多少？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（自己切段計算）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先問「這個%是拿誰當100%」，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基準畫一整條，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兩次變化要相乘。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看到 % 先問「是誰的 %」，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兩次折扣要相乘，不要相加。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特殊數學應用專題．L2 利潤、折扣與費率階梯．資源班課堂簡報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