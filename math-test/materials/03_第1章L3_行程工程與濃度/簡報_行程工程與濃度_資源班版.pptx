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行程、工程效率與濃度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資源班課堂教學．三欄式讀題法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猜猜兩車幾小時後相遇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學三欄式讀題法：語意→關係式→運算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認識三種情境各自的「不變量」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老師陪你做第一題練習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甲乙兩地相距480公里，快車時速90公里、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慢車時速70公里，同時相向而行。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幾小時後兩車相遇？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 小時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6 小時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 小時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等一下我們用三欄表，把「不變的東西」找出來就知道答案。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範例：三欄式完整走一次（行程）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①語意擷取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已知：全程360公里。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客車80km/h、貨車100km/h。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同時相向而行。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不變的是：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兩車路程和 = 全程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②關係式建構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路程 = 速度 × 時間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相向而行，速度相加：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合速度 = 80+100 = 180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設相遇需時 t：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80t + 100t = 360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③運算與檢核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180t = 360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t = 2（小時）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距甲地 = 80×2 = 160km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驗算：160+200=360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三種情境，各自的「不變量」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相遇／追及：兩車路程「和」或「差」＝定值（全程／原本距離）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工程效率：整項工程當作 1，各自效率＝1÷單獨完成天數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濃度：加水或蒸發，溶質（鹽／糖）的質量始終不變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1596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先找出這一題不變的是什麼，關係式就列得出來。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接下來，看三個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最容易混淆的觀念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三個容易混淆的觀念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追及問題也是「速度相加」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追及是同向：速度要相減；相遇才是相向，速度相加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兩隊合做天數＝兩人天數直接相加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效率（1÷天數）才能相加，天數不能直接加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濃度＝溶質質量 ÷ 溶劑（水）質量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濃度＝溶質 ÷（溶質＋溶劑），即溶質÷總溶液重量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範例：三欄式完整走一次（濃度）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①語意擷取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已知：鹽水200克，濃度15%。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加入50克清水。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加入的是清水——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沒有加鹽，也沒拿走鹽。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不變的是：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鹽（溶質）的質量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②關係式建構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溶質 = 溶液 × 濃度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鹽 = 200×0.15 = 30（克）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這30克在加水後不變。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新溶液 = 200+50 = 250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新濃度 = 30÷250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③運算與檢核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30÷250 = 0.12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即 12%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檢核：250×0.12=30克 ✓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加水只會讓濃度下降，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15%→12%，合理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圈已知、劃所求（第①欄）：把數字與問題分開圈出來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找出這一題「不變的是什麼」，寫在①欄最下面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列出三量關係式，代入已知數（第②欄）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算出答案後代回檢核，看是否與題意相符（第③欄）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進入練習，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追及問題．老師示範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小杰每分鐘走60公尺，小美每分鐘走80公尺。小杰先出發，5分鐘後小美從同一地點出發追他。多少分鐘追上？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小杰先走5分鐘：60×5 = 300（公尺）——這是原本的距離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追及問題，同向要用速度差：80−60 = 20（公尺/分）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追及時間 = 300÷20 = 15（分鐘）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追上時距出發點 = 80×15 = 1200（公尺）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⚠ 同向追及用速度「差」，相向相遇才用速度「和」。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有糖水300克，濃度20%，加入清水稀釋成12%。應加入多少克清水？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（先算糖的質量，糖不會變）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一項工程，甲隊15天完成，乙隊10天完成，兩隊一起做，多少天完成？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（效率相加，不是天數相加）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甲鹽水9%共5千克，與乙鹽水10千克混合成15%。乙鹽水的濃度是多少？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（自己列式，鹽的總量不變）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三量關係式先列出來，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再找「什麼東西沒有變」。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相遇看路程和、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工程看效率、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濃度看鹽不變。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特殊數學應用專題．L3 行程、工程效率與濃度．資源班課堂簡報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