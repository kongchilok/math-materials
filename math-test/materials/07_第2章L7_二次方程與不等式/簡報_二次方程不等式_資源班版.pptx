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FFFFF"/>
                </a:solidFill>
                <a:latin typeface="Microsoft JhengHei"/>
                <a:ea typeface="Microsoft JhengHei"/>
              </a:rPr>
              <a:t>高三數學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  <a:ea typeface="Microsoft JhengHei"/>
              </a:rPr>
              <a:t>一元二次方程與二次不等式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297680"/>
            <a:ext cx="6858000" cy="82296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97680"/>
            <a:ext cx="6400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資源班課堂教學．手順卡解題法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中學基礎數學應用．L7 一元二次方程與二次不等式．資源班課堂簡報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今天要做的四件事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16916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8105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猜猜這題不等式解是兩點還是一段範圍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26060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7249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學三張手順卡：解方程、判別式、解不等式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5204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6393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看清楚兩個每年都有人中招的錯法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434840"/>
            <a:ext cx="10408615" cy="64008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553712"/>
            <a:ext cx="990569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老師陪你做第一題練習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中學基礎數學應用．L7 一元二次方程與二次不等式．資源班課堂簡報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先想一想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11094415" cy="146304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4577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解 x²-x-6 &gt; 0</a:t>
            </a:r>
          </a:p>
          <a:p>
            <a:pPr algn="l">
              <a:lnSpc>
                <a:spcPct val="130000"/>
              </a:lnSpc>
            </a:pPr>
            <a:r>
              <a:rPr sz="2400" b="1">
                <a:solidFill>
                  <a:srgbClr val="1A1A1A"/>
                </a:solidFill>
                <a:latin typeface="Microsoft JhengHei"/>
                <a:ea typeface="Microsoft JhengHei"/>
              </a:rPr>
              <a:t>這一題的答案，應該是……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4747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x=3 或 x=-2（兩個點）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x&lt;-2 或 x&gt;3（一段範圍）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69A2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92040"/>
            <a:ext cx="104543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-2&lt;x&lt;3（中間那段）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444444"/>
                </a:solidFill>
                <a:latin typeface="Microsoft JhengHei"/>
                <a:ea typeface="Microsoft JhengHei"/>
              </a:rPr>
              <a:t>等一下用符號線，把「要取哪一段」畫出來就知道答案。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中學基礎數學應用．L7 一元二次方程與二次不等式．資源班課堂簡報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範例：手順卡一完整走一次（解方程）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①化標準式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題目：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x²-5x+6=0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已經是一邊為0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的標準式，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可以直接分解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②試因式分解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1098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找兩數：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積為6、和為5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→ 2 與 3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(x-2)(x-3)=0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令每個括號=0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7796" y="1737360"/>
            <a:ext cx="3515258" cy="54864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27796" y="1737360"/>
            <a:ext cx="351525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</a:rPr>
              <a:t>③寫兩根並檢核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2423160"/>
            <a:ext cx="3515258" cy="35661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0676" y="2606040"/>
            <a:ext cx="3149498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x=2 或 x=3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代回原式：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兩個根都使</a:t>
            </a:r>
          </a:p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原式等於0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中學基礎數學應用．L7 一元二次方程與二次不等式．資源班課堂簡報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先認題型，才知道拿哪張卡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問「解x」「求方程」→ 手順卡一：化標準式→分解→公式法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問「幾個實根」→ 手順卡二：抄a,b,c→算Δ→判正負零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式子有&gt;、&lt;、≥、≤ → 手順卡三：化正→求根→畫符號線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31596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先認出題型，再把對應那張卡放旁邊。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中學基礎數學應用．L7 一元二次方程與二次不等式．資源班課堂簡報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接下來，看兩個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每年都有人中招的錯法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中學基礎數學應用．L7 一元二次方程與二次不等式．資源班課堂簡報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兩個每年都有人中招的錯法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x²-x-6&gt;0 解成 x=3或x=-2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33007" y="17373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15887" y="18288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答案是範圍：x&lt;-2 或 x&gt;3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兩邊乘-1，不等號照抄不變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31089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5887" y="32004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乘負數，不等號要轉向（≥變≤）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✗　Δ=0 就是「無解／無實根」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480560"/>
            <a:ext cx="5410047" cy="11430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5887" y="4572000"/>
            <a:ext cx="5044287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✓　Δ=0 是兩個相等實根（重根）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中學基礎數學應用．L7 一元二次方程與二次不等式．資源班課堂簡報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範例：符號線完整走一次（不等式）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解 x²-2x-3&gt;0，並寫出 x²-2x-3≤0 的解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問什麼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求兩個不等式的 x 範圍解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219456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219456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已知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65176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5887" y="274320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x²-2x-3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開口向上（x²係數正）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策略算式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先求根：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(x-3)(x+1)=0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x=3 或 x=-1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符號線：兩根外正、中間負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4297680"/>
            <a:ext cx="5410047" cy="4114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3007" y="4297680"/>
            <a:ext cx="5410047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解答驗算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754880"/>
            <a:ext cx="5410047" cy="15087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5887" y="4846320"/>
            <a:ext cx="5044287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&gt;0取兩邊：x&lt;-1或x&gt;3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≤0取中間：-1≤x≤3</a:t>
            </a:r>
          </a:p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驗：x=4→5&gt;0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中學基礎數學應用．L7 一元二次方程與二次不等式．資源班課堂簡報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自己動手時的四個動作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175564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先認出題型，拿對應那張卡放旁邊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53288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化成一邊為0（不等式順便讓x²係數變正）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331012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求出根，因式分解或公式法，比大小排好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087368"/>
            <a:ext cx="1040861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不等式畫符號線取區間；其餘直接寫答案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1094415" cy="59436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93208"/>
            <a:ext cx="1063721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四張卡的共同起手式：先化成一邊為0。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中學基礎數學應用．L7 一元二次方程與二次不等式．資源班課堂簡報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743200"/>
            <a:ext cx="99971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進入練習，</a:t>
            </a:r>
          </a:p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Microsoft JhengHei"/>
                <a:ea typeface="Microsoft JhengHei"/>
              </a:rPr>
              <a:t>老師陪你做第一題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中學基礎數學應用．L7 一元二次方程與二次不等式．資源班課堂簡報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練習A 第1題．老師示範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11094415" cy="73152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9164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A1A1A"/>
                </a:solidFill>
                <a:latin typeface="Microsoft JhengHei"/>
                <a:ea typeface="Microsoft JhengHei"/>
              </a:rPr>
              <a:t>解方程（因式分解）：(a) x²-7x+10=0　(b) x²-9=0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560320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542032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(a) 已是標準式；找積10、和7 → 2 和 5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127248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108960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(a) (x-2)(x-5)=0 → x=2 或 x=5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94176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675888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(b) x²-9 是平方差 → (x-3)(x+3)=0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61104"/>
            <a:ext cx="402336" cy="402336"/>
          </a:xfrm>
          <a:prstGeom prst="ellipse">
            <a:avLst/>
          </a:prstGeom>
          <a:solidFill>
            <a:srgbClr val="5080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242816"/>
            <a:ext cx="1052748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(b) 令括號為0 → x=3 或 x=-3（兩根都要寫）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19472"/>
            <a:ext cx="11094415" cy="548640"/>
          </a:xfrm>
          <a:prstGeom prst="roundRect">
            <a:avLst>
              <a:gd name="adj" fmla="val 6000"/>
            </a:avLst>
          </a:prstGeom>
          <a:solidFill>
            <a:srgbClr val="E9D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010912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A1A1A"/>
                </a:solidFill>
                <a:latin typeface="Microsoft JhengHei"/>
                <a:ea typeface="Microsoft JhengHei"/>
              </a:rPr>
              <a:t>⚠ 兩個括號各給一個根，只寫一個x就是漏根。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中學基礎數學應用．L7 一元二次方程與二次不等式．資源班課堂簡報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2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A1A1A"/>
                </a:solidFill>
                <a:latin typeface="Microsoft JhengHei"/>
                <a:ea typeface="Microsoft JhengHei"/>
              </a:rPr>
              <a:t>換你做：練習A／B／C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84B5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★☆☆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判斷根的情況：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x²-4x+4=0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（手順卡二在旁：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抄a,b,c→算Δ→判正負零）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218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38218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218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公式法解：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x²-6x+2=0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（答案化到最簡）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（只重印關鍵詞，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自己認題型）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7796" y="1737360"/>
            <a:ext cx="3515258" cy="640080"/>
          </a:xfrm>
          <a:prstGeom prst="roundRect">
            <a:avLst>
              <a:gd name="adj" fmla="val 6000"/>
            </a:avLst>
          </a:prstGeom>
          <a:solidFill>
            <a:srgbClr val="5080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7796" y="1737360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練習C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7796" y="2029968"/>
            <a:ext cx="351525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Microsoft JhengHei"/>
                <a:ea typeface="Microsoft JhengHei"/>
              </a:rPr>
              <a:t>★★★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7796" y="2514600"/>
            <a:ext cx="3515258" cy="3657600"/>
          </a:xfrm>
          <a:prstGeom prst="roundRect">
            <a:avLst>
              <a:gd name="adj" fmla="val 6000"/>
            </a:avLst>
          </a:prstGeom>
          <a:solidFill>
            <a:srgbClr val="D8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2388" y="2651760"/>
            <a:ext cx="3186074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解不等式：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x²-x-6≤0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（不印卡，自己求根、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1A1A1A"/>
                </a:solidFill>
                <a:latin typeface="Microsoft JhengHei"/>
                <a:ea typeface="Microsoft JhengHei"/>
              </a:rPr>
              <a:t>畫符號線取區間）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66666"/>
                </a:solidFill>
                <a:latin typeface="Microsoft JhengHei"/>
                <a:ea typeface="Microsoft JhengHei"/>
              </a:rPr>
              <a:t>高三數學．第2章 中學基礎數學應用．L7 一元二次方程與二次不等式．資源班課堂簡報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0808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DDE8E4"/>
                </a:solidFill>
                <a:latin typeface="Microsoft JhengHei"/>
                <a:ea typeface="Microsoft JhengHei"/>
              </a:rPr>
              <a:t>帶走一句話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先化成一邊為0，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認出題型拿對卡，</a:t>
            </a:r>
          </a:p>
          <a:p>
            <a:pPr algn="l">
              <a:lnSpc>
                <a:spcPct val="130000"/>
              </a:lnSpc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</a:rPr>
              <a:t>不等式別忘畫符號線。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3749039"/>
            <a:ext cx="11094415" cy="1554480"/>
          </a:xfrm>
          <a:prstGeom prst="roundRect">
            <a:avLst>
              <a:gd name="adj" fmla="val 6000"/>
            </a:avLst>
          </a:prstGeom>
          <a:solidFill>
            <a:srgbClr val="69A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</a:rPr>
              <a:t>保底版（至少要能說出的一句）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43400"/>
            <a:ext cx="1054577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大於取兩邊、小於取中間；</a:t>
            </a: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</a:rPr>
              <a:t>乘負數，不等號要轉向。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DDE8E4"/>
                </a:solidFill>
                <a:latin typeface="Microsoft JhengHei"/>
                <a:ea typeface="Microsoft JhengHei"/>
              </a:rPr>
              <a:t>高三數學．第2章 中學基礎數學應用．L7 一元二次方程與二次不等式．資源班課堂簡報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