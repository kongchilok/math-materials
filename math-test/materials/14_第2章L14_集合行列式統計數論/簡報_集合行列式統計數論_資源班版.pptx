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Microsoft JhengHei"/>
                <a:ea typeface="Microsoft JhengHei"/>
              </a:rPr>
              <a:t>高三數學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集合、行列式、統計與數論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6858000" cy="82296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資源班課堂教學．五張提示卡＋關鍵字對譯表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中學基礎數學應用．L14 集合、行列式、統計與數論．資源班課堂簡報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今天要做的四件事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6916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105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集合：∪／∩／容斥原理，一次過學識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6060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249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行列式：2×2 公式＋3×3 或以上餘因子展開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204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6393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統計：睇圖表、比較標準差，唔使死背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4348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數論：質因數分解，數正因數個數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中學基礎數學應用．L14 集合、行列式、統計與數論．資源班課堂簡報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先想一想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94415" cy="146304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R={a,b,c,d}、M={b,e,f}、N={c,f,g}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求 (R∪M)∩N＝？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{c,f}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{f}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{a,b,c,d,e,f,g}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444444"/>
                </a:solidFill>
                <a:latin typeface="Microsoft JhengHei"/>
                <a:ea typeface="Microsoft JhengHei"/>
              </a:rPr>
              <a:t>提示：見到括號，一定要先做返入面嗰個先。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中學基礎數學應用．L14 集合、行列式、統計與數論．資源班課堂簡報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五種題型，濃縮做三組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①集合＆容斥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觸發：見到｛｝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∪＝或，收得多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∩＝且，收得少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有括號，先做入面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人數題套容斥公式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②行列式求值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觸發：兩線夾住方陣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2×2：ad－bc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3×3或以上：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餘因子展開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揀0最多嗰行／列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6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③統計＆數論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統計：睇清兩條軸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標準差三規則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數論：先質因數分解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正因數：指數加1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再相乘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中學基礎數學應用．L14 集合、行列式、統計與數論．資源班課堂簡報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第一步，永遠都係：認一認係邊種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見到｛｝、∪、∩ → 集合，翻卡一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兩條直線夾住方陣 → 行列式，翻卡二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有折線／長條圖問「幾多個月」→ 統計圖表，翻卡三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見到平均數／中位數／眾數／標準差 → 統計量，翻卡四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86460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見到因數／倍數／質數／整除 → 數論，翻卡五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87044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認啱先識揀啱張卡；認錯，計得幾啱都冇用。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中學基礎數學應用．L14 集合、行列式、統計與數論．資源班課堂簡報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接下來，睇下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邊幾個位最容易撞板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中學基礎數學應用．L14 集合、行列式、統計與數論．資源班課堂簡報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常見錯法對照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(R∪M)∩N 由左至右做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5887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有括號先做入面嗰個 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6~10 標準差大過 1~5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整組平移，標準差唔變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1 係質數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1 唔係質數，由 2 開始先算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中學基礎數學應用．L14 集合、行列式、統計與數論．資源班課堂簡報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範例：三組數據，邊組標準差最大？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A: 1,2,3,4,5　B: 3,6,9,12,15　C: 6,7,8,9,10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問什麼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邊組標準差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最大？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已知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A同C：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只係整組平移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B：全部×3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策略算式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平移，標準差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唔變 → A=C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乘3，標準差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變3倍 → B大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解答驗算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答案：B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（平移唔變，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乘k就變k倍）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中學基礎數學應用．L14 集合、行列式、統計與數論．資源班課堂簡報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自己動手時：餘因子展開五個動作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① 掃一次，揀 0 最多嗰行或列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② 寫低嗰行／列嘅棋盤符號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③ 逐項劃走成行成列，剩低子行列式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④ 棋盤符號×元素×子行列式，逐項計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86460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⑤ 全部加埋，換第二行再做覆核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87044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呢五步淨係用喺 3×3 或以上；2×2 直接 ad－bc。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中學基礎數學應用．L14 集合、行列式、統計與數論．資源班課堂簡報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跟住，到你哋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跟老師一齊做第一題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中學基礎數學應用．L14 集合、行列式、統計與數論．資源班課堂簡報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練習A①．老師示範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R={a,b,c,d,e}、M={c,f}、N={b,f,g}</a:t>
            </a:r>
          </a:p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求 (R∪M)∩N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42032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先做括號入面：R∪M={a,b,c,d,e,f}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127248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08960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攞 N={b,f,g} 逐個核對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75888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b✘　f✔　g✘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61104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242816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所以答案 ＝ {f}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19472"/>
            <a:ext cx="11094415" cy="54864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1091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M改做{c,f,g}，答案就會唔同——記得核對括號。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中學基礎數學應用．L14 集合、行列式、統計與數論．資源班課堂簡報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換你做：練習A／B／C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★☆☆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180有幾多個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正因數？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（提示：先質因數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分解）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鷹架：卡五喺手邊，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跟卡逐步做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8218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邊組標準差最大？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A:5,6,7,8,9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B:2,4,6,8,10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C:10,11,12,13,14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鷹架：諗返平移／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乘k規則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行列式＝68，求x：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第一列 2,3,1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第二列 x-1,x+2,2x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第三列 4,1,3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鷹架：卡已收，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自己諗步驟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中學基礎數學應用．L14 集合、行列式、統計與數論．資源班課堂簡報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DDE8E4"/>
                </a:solidFill>
                <a:latin typeface="Microsoft JhengHei"/>
                <a:ea typeface="Microsoft JhengHei"/>
              </a:rPr>
              <a:t>帶走一句話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睇到題目，先問自己：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呢題屬邊一種？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749039"/>
            <a:ext cx="11094415" cy="1554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保底版（至少要能說出的一句）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認唔出係邊種，就翻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嗰張速查表，一定啱。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中學基礎數學應用．L14 集合、行列式、統計與數論．資源班課堂簡報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