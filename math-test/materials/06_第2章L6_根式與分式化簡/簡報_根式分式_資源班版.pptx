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根式、分式的化簡與有理化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資源班課堂教學．手順卡＋四格草稿法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認識三張手順卡：根式化簡、有理化、分式化簡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看四個範例，每個都示範一次完整程序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分四格草稿寫練習A、B、C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每一區做完，先對照核對清單再往下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計算 √48－√27＋√12，你覺得答案是？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√33（把根號內的數字直接加減）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3√3（先化到最簡，再合併同類根式）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沒辦法算，因為三個根號不同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等一下用手順卡一，一步步拆開就知道答案。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三張手順卡：先認題型，再選卡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卡一．根式化簡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1.拆：完全平方×剩餘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2.開：搬出根號外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3.併：合併同類根式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※拆到剩餘沒有完全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平方因數為止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卡二．分母有理化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1.取共軛：只調中間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符號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2.平方差公式展開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3.約簡：分子每項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都要除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※共軛前後兩項不動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卡三．分式化簡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1.分母先因式分解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2.通分，分子加括號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3.合併、約掉公因式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4.寫出x的限制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※限制不會因化簡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而消失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怎麼認出用哪一張卡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根號內不是完全平方 → 卡一：根式化簡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分母出現根號 → 卡二：分母有理化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兩個以上分式相加減，或分母是多項式 → 卡三：分式化簡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先看清楚結構再動筆，寫完一步回頭看上一步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三種程序完全不同，硬併成一張會變十步。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三張卡都認熟了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真正的戰場在草稿紙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三個最常見的錯法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√(4×5)寫成4√5，忘記開方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4開方是2，答案2√5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共軛連負號一起搬成－a－√b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共軛只調中間符號，前後不動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分式化簡完就不用寫限制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限制來自原式分母，不會消失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完整走一次：分式化簡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化簡 1+x/(1-x)－2x/(x²-1)，並寫出x的限制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把三個分式合併化到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最簡，並找出x不可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以等於甚麼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分母有1-x與x²-1；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1-x=-(x-1)（不同號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要先統一）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因式分解找公分母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(x-1)(x+1)，通分時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分子要加括號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答案(-3x-1)/(x²-1)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x≠1且x≠-1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代x=2驗算：-7/3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①抄下原式，圈出要先處理的部分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②拆開或通分，中間式寫出來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③計算，合併同類項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④檢查：根號/分母乾淨？限制寫了？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每一格只做一件事，寫在哪格就代表做緊邊一步。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四個動作都會了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換你上場：練習A、B、C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化簡√50、√75，求三邊為此三數的三角形周長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√50=√(25×2)=5√2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√75=√(25×3)=5√3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√25=5（25本身是完全平方）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三項根號內都不同，沒有同類項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周長=5√2+5+5√3（厘米）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答案有三項是正常的——不能合併就是最簡形式。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計算√48－√27＋√12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鷹架：手順卡在旁，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四格草稿區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化簡1/(x-1)+1/(x+1)，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並寫出x的限制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鷹架：四格草稿區，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關鍵詞開頭印一次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化簡1/(x-2)-4/(x²-4)，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並說明x=2為何無意義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鷹架：無四格，自己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分四步寫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先認題型、照程序做；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化簡再順，都要回頭寫限制。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根號內沒完全平方、分母沒根號、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寫了x的限制——三件事沒漏，就對了大半。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中學基礎數學應用．L6 根式、分式的化簡與有理化．資源班課堂簡報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