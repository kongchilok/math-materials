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機率與二項式定理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資源班課堂教學．五張手順卡通關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中學基礎數學應用．L11 機率與二項式定理．資源班課堂簡報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機率係一條分數：點寫、點檢查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五張手順卡：由一次事件到二項式定理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陷阱詞五條：最少、恰好、唔放回、第三項、係數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練習A/B/C：提示一節比一節少，自己走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中學基礎數學應用．L11 機率與二項式定理．資源班課堂簡報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先諗一諗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袋裡有9個波，3個係黃色，其餘係紅色或黑色。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伸手摸一個，摸到黃波嘅機率係幾多？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3/9＝1/3（分母用晒9個）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3/6＝1/2（分母淨係用6個非黃波）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9/3＝3（分子分母調轉咗）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提示：機率嘅分母係「全部」，唔淨係符合嘅嗰啲。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中學基礎數學應用．L11 機率與二項式定理．資源班課堂簡報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手順卡一：一次事件點做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①具體情境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紅黃黑球比5:3:1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抽到黃球嘅機率？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②手順卡步驟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1.分母=全部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(5+3+1=9)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2.分子=黃球份數(3)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3.約簡=1/3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4.check 0≤P≤1 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③一般公式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P(事件)=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符合數÷全部數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0≤P≤1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中學基礎數學應用．L11 機率與二項式定理．資源班課堂簡報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五張卡，先認題型再落筆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做一次，問機率 → 卡一：分子÷分母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做幾次都係⋯ → 卡二：全部相乘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出現「最少一個」→ 卡三：1－（一個都冇）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做n次恰好k次 → 卡四：C(n,k)p^k(1-p)^(n-k)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86460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展開式/第幾項/係數 → 卡五：C(n,r)a^(n-r)b^r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中學基礎數學應用．L11 機率與二項式定理．資源班課堂簡報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五張卡認熟晒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跟住要抓陷阱詞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中學基礎數學應用．L11 機率與二項式定理．資源班課堂簡報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常見錯法對照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相反寫成「全部都合格」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相反係「全部都唔合格」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漏咗C(10,3)就直接乘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要先乘C(10,3)，先至乘p、q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「第三項」當成r=3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r=項數-1，第三項r=2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中學基礎數學應用．L11 機率與二項式定理．資源班課堂簡報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手順卡四：恰好成功幾次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①具體情境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擲骰10次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恰好3次四點？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②手順卡步驟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1.n=10,k=3,p=1/6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2.C(10,3)=120種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3.乘p³=(1/6)³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4.乘(1-p)⁷=(5/6)⁷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③一般公式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C(n,k)×p^k×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(1-p)^(n-k)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中學基礎數學應用．L11 機率與二項式定理．資源班課堂簡報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自己動手時，四步都要check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答案有冇落喺0同1之間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分子分母係咪用緊同一把尺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「最少」有冇補返個「1－」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a、b兩個次方加埋等於n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中學基礎數學應用．L11 機率與二項式定理．資源班課堂簡報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五張卡都學晒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到你自己嚟做練習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中學基礎數學應用．L11 機率與二項式定理．資源班課堂簡報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 第1題．老師示範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(a)兩硬幣同擲，兩面都正面？　(b)三硬幣同擲，3面都正面？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認題型：「都係」→ 翻卡二・連乘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(a) 兩枚獨立，各P(正)=1/2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(a) 都要發生→相乘＝1/2×1/2＝1/4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(b) 三枚都獨立，各1/2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828032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809744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(b) 三次一樣→次方＝(1/2)³＝1/8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39496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537667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check：1/4同1/8都喺0同1之間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中學基礎數學應用．L11 機率與二項式定理．資源班課堂簡報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紅黃藍球比4:3:2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抽到紅球嘅機率？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提示：翻卡一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合格率0.8、0.75、0.6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求最少一科合格機率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提示：翻卡三，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記得補返1－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求(4－2x)⁵展開式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入面x²嘅係數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提示：b＝－2x，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負號一齊搬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中學基礎數學應用．L11 機率與二項式定理．資源班課堂簡報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機率＝符合÷全部，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記得0≤P≤1；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先認題型、翻啱卡，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一步都唔跳得。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保底：識用卡一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計一次性機率，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識「最少」要用1－。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中學基礎數學應用．L11 機率與二項式定理．資源班課堂簡報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