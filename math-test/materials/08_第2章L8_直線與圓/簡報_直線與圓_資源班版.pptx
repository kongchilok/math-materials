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FFFFFF"/>
                </a:solidFill>
                <a:latin typeface="Microsoft JhengHei"/>
                <a:ea typeface="Microsoft JhengHei"/>
              </a:rPr>
              <a:t>高三數學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109441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Microsoft JhengHei"/>
                <a:ea typeface="Microsoft JhengHei"/>
              </a:rPr>
              <a:t>第2章 中學基礎數學應用．L8 解析幾何（一）直線與圓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6858000" cy="82296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297680"/>
            <a:ext cx="6400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資源班課堂簡報．Tier 2 抽離小班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高三數學．第2章 中學基礎數學應用．L8 解析幾何（一）直線與圓．資源班課堂簡報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今天要做的四件事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34440" y="16916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8105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兩張手順卡：求直線方程／判斷位置關係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517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34440" y="26060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27249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範例A、B：點的基本量與斜率、截距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5661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35204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36393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範例C、D：求直線方程＋求圓方程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05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44348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45537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範例E＋練習A／B／C：直線與圓的位置關係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中學基礎數學應用．L8 解析幾何（一）直線與圓．資源班課堂簡報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先感覺一下：這條線跟這個圓，是什麼關係？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11094415" cy="146304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4577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1A1A1A"/>
                </a:solidFill>
                <a:latin typeface="Microsoft JhengHei"/>
                <a:ea typeface="Microsoft JhengHei"/>
              </a:rPr>
              <a:t>已知圓 C：x²+y²=10（圓心O(0,0)，r=√10≈3.16）</a:t>
            </a:r>
          </a:p>
          <a:p>
            <a:pPr algn="l">
              <a:lnSpc>
                <a:spcPct val="130000"/>
              </a:lnSpc>
            </a:pPr>
            <a:r>
              <a:rPr sz="2400" b="1">
                <a:solidFill>
                  <a:srgbClr val="1A1A1A"/>
                </a:solidFill>
                <a:latin typeface="Microsoft JhengHei"/>
                <a:ea typeface="Microsoft JhengHei"/>
              </a:rPr>
              <a:t>直線 L：x+y-4=0。你覺得 L 跟 C 是？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3474720"/>
            <a:ext cx="457200" cy="457200"/>
          </a:xfrm>
          <a:prstGeom prst="ellipse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520440"/>
            <a:ext cx="104543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相交（兩個交點）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4160520"/>
            <a:ext cx="457200" cy="457200"/>
          </a:xfrm>
          <a:prstGeom prst="ellipse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206240"/>
            <a:ext cx="104543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相切（一個交點）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846320"/>
            <a:ext cx="457200" cy="457200"/>
          </a:xfrm>
          <a:prstGeom prst="ellipse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892040"/>
            <a:ext cx="104543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相離（沒有交點）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5216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444444"/>
                </a:solidFill>
                <a:latin typeface="Microsoft JhengHei"/>
                <a:ea typeface="Microsoft JhengHei"/>
              </a:rPr>
              <a:t>不急住計算——先在腦入面畫個圖，圓心到呢條線大概有幾遠？同 r 比一比。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中學基礎數學應用．L8 解析幾何（一）直線與圓．資源班課堂簡報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範例A・點的基本量（到軸距離、兩點距離、中點）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3515258" cy="54864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35152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① 圖上看到什麼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23160"/>
            <a:ext cx="3515258" cy="35661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314949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A(-2,3)、B(4,-5)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向x軸/y軸畫垂線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量高度看y、寬度看x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補直角三角形量斜邊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中點在正中間，各半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8218" y="1737360"/>
            <a:ext cx="3515258" cy="54864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38218" y="1737360"/>
            <a:ext cx="35152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② 代入算式點寫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8218" y="2423160"/>
            <a:ext cx="3515258" cy="35661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1098" y="2606040"/>
            <a:ext cx="314949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到x軸距離=|3|=3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到y軸距離=|-2|=2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|AB|=√(6²+8²)=10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中點M=(1,-1)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7796" y="1737360"/>
            <a:ext cx="3515258" cy="548640"/>
          </a:xfrm>
          <a:prstGeom prst="roundRect">
            <a:avLst>
              <a:gd name="adj" fmla="val 6000"/>
            </a:avLst>
          </a:prstGeom>
          <a:solidFill>
            <a:srgbClr val="508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27796" y="1737360"/>
            <a:ext cx="35152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③ 抽象公式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2423160"/>
            <a:ext cx="3515258" cy="35661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0676" y="2606040"/>
            <a:ext cx="314949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到x軸距離=|y|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到y軸距離=|x|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|AB|=√(Δx²+Δy²)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中點=(平均x,平均y)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中學基礎數學應用．L8 解析幾何（一）直線與圓．資源班課堂簡報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手順卡一・求直線方程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75564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認清三種給法：一點+斜率／兩點／一點+另一線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3288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求斜率m：兩點用差商；垂直用負倒數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31012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代點斜式整理成一般式 ax+by+c=0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06908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08736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代回原本的點檢查，等式要成立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983480"/>
            <a:ext cx="11094415" cy="5943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093208"/>
            <a:ext cx="10637215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※ 垂直斜率是「負倒數」，不是只變號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中學基礎數學應用．L8 解析幾何（一）直線與圓．資源班課堂簡報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743200"/>
            <a:ext cx="99971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公式都不難，難的是——</a:t>
            </a:r>
          </a:p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這一步在圖上是什麼意思？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高三數學．第2章 中學基礎數學應用．L8 解析幾何（一）直線與圓．資源班課堂簡報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最常見的三個錯法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✗　到x軸距離看x坐標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33007" y="17373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15887" y="18288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✓　到x軸距離看y坐標（量高度）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089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✗　垂直斜率把原斜率變號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31089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5887" y="32004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✓　垂直斜率要取負倒數 -1/m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4805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✗　圓標準式右邊寫半徑r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44805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5887" y="45720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✓　圓標準式右邊要寫 r²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中學基礎數學應用．L8 解析幾何（一）直線與圓．資源班課堂簡報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範例C(c)．四格草稿分區示範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11094415" cy="5943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A1A1A"/>
                </a:solidFill>
                <a:latin typeface="Microsoft JhengHei"/>
                <a:ea typeface="Microsoft JhengHei"/>
              </a:rPr>
              <a:t>過 Q(4,1) 且垂直於 L：2x+3y-6=0 的直線方程（一般式）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問什麼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求：過Q垂直於L的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直線方程（一般式）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219456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3007" y="219456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已知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265176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5887" y="274320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點 Q(4,1)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L 斜率 m=-2/3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29768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508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29768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策略算式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75488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84632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垂直斜率=負倒數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m'=3/2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代點斜式：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y-1=3/2(x-4)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007" y="429768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3007" y="429768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解答驗算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475488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5887" y="484632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整理：3x-2y-10=0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代Q驗證：12-2-10=0✓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斜率積(-2/3)(3/2)=-1✓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中學基礎數學應用．L8 解析幾何（一）直線與圓．資源班課堂簡報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自己動手時的動作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75564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先看題目屬於邊種：點的量／求直線／求圓／判位置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3288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有格就先畫圖：圓心半徑標出、直線方向畫出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31012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對照手順卡：認出給法→求斜率或圓心半徑→代公式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06908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08736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代回原本的點或值檢查，等式應該成立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983480"/>
            <a:ext cx="11094415" cy="5943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093208"/>
            <a:ext cx="10637215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※ 冇畫圖就硬代，錯一個負號就全題報廢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中學基礎數學應用．L8 解析幾何（一）直線與圓．資源班課堂簡報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743200"/>
            <a:ext cx="99971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畫完圖、代完公式——</a:t>
            </a:r>
          </a:p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輪到你自己上場了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高三數學．第2章 中學基礎數學應用．L8 解析幾何（一）直線與圓．資源班課堂簡報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練習A・第1題．示範詳解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11094415" cy="73152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1063721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已知 A(-4,1)、B(2,9)。求 A 到 x/y 軸距離、|AB|、AB 中點 M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560320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2542032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到x軸距離=|1|=1，到y軸距離=|-4|=4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127248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3108960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水平差=2-(-4)=6，垂直差=9-1=8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694176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675888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|AB|=√(6²+8²)=√100=10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61104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4242816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中點M：坐標各自取平均=(-1,5)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919472"/>
            <a:ext cx="11094415" cy="54864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010912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A1A1A"/>
                </a:solidFill>
                <a:latin typeface="Microsoft JhengHei"/>
                <a:ea typeface="Microsoft JhengHei"/>
              </a:rPr>
              <a:t>檢查：|AM|=|MB|=5，兩段相加=10 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中學基礎數學應用．L8 解析幾何（一）直線與圓．資源班課堂簡報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分層任務．練習A／B／C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3515258" cy="64008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練習A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29968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Microsoft JhengHei"/>
                <a:ea typeface="Microsoft JhengHei"/>
              </a:rPr>
              <a:t>★☆☆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4600"/>
            <a:ext cx="3515258" cy="36576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651760"/>
            <a:ext cx="3186074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L: 4x-2y+6=0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（a）求斜率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（b）求y截距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【附已畫好坐標圖】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8218" y="1737360"/>
            <a:ext cx="3515258" cy="64008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38218" y="1737360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練習B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8218" y="2029968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Microsoft JhengHei"/>
                <a:ea typeface="Microsoft JhengHei"/>
              </a:rPr>
              <a:t>★★☆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8218" y="2514600"/>
            <a:ext cx="3515258" cy="36576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2810" y="2651760"/>
            <a:ext cx="3186074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求直線方程(一般式)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(a)過P(3,-2)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斜率-1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(b)過A(-1,2)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與B(3,10)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【只給空白坐標格】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1737360"/>
            <a:ext cx="3515258" cy="640080"/>
          </a:xfrm>
          <a:prstGeom prst="roundRect">
            <a:avLst>
              <a:gd name="adj" fmla="val 6000"/>
            </a:avLst>
          </a:prstGeom>
          <a:solidFill>
            <a:srgbClr val="508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7796" y="1737360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練習C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7796" y="2029968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Microsoft JhengHei"/>
                <a:ea typeface="Microsoft JhengHei"/>
              </a:rPr>
              <a:t>★★★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7796" y="2514600"/>
            <a:ext cx="3515258" cy="36576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2388" y="2651760"/>
            <a:ext cx="3186074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判斷 L:x-y+4=0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與圓C:(x-1)²+(y-2)²=9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的位置關係，求交點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【不給格，自己畫草圖】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中學基礎數學應用．L8 解析幾何（一）直線與圓．資源班課堂簡報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DDE8E4"/>
                </a:solidFill>
                <a:latin typeface="Microsoft JhengHei"/>
                <a:ea typeface="Microsoft JhengHei"/>
              </a:rPr>
              <a:t>帶走一句話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9441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1">
                <a:solidFill>
                  <a:srgbClr val="FFFFFF"/>
                </a:solidFill>
                <a:latin typeface="Microsoft JhengHei"/>
                <a:ea typeface="Microsoft JhengHei"/>
              </a:rPr>
              <a:t>看到圖先想算式，看到算式先想圖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749039"/>
            <a:ext cx="11094415" cy="155448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保底版（至少要能說出的一句）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</a:rPr>
              <a:t>到x軸用y、到y軸用x；垂直斜率要負倒數；圓方程右邊是r²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高三數學．第2章 中學基礎數學應用．L8 解析幾何（一）直線與圓．資源班課堂簡報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