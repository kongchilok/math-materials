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比例與分配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資源班課堂教學．條形模型解題法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高三數學．第1章 特殊數學應用專題．L1 比例與分配．資源班課堂簡報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猜猜「先打9折再打85折」等於打幾折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學條形圖的三種畫法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找出題目裡的隱藏陷阱詞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老師陪你做第一題練習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特殊數學應用專題．L1 比例與分配．資源班課堂簡報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同一款計算機，先打 9 折，再打 85 折。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這樣總共等於打幾折？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74.5 折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76.5 折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5 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等一下我們用條形圖，把「折上折」畫出來就知道答案。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特殊數學應用專題．L1 比例與分配．資源班課堂簡報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從實物到算式：怎麼「看見」比例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具體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文具店裡，原子筆一疊、鉛筆一疊。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原子筆的支數是鉛筆的 3/4，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哪一疊比較多？多多少？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表徵（條形圖）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鉛筆畫 4 格、原子筆畫 3 格。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每一格代表同樣多的支數。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合共 7 格＝63 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抽象（算式）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設 1 格 = u 支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3u + 4u = 63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7u = 63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u =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特殊數學應用專題．L1 比例與分配．資源班課堂簡報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條形圖三種畫法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部分—整體：一個整體拆成幾份（例：全班分男生與女生）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比較：兩個量並排，長度差就是相差（例：原子筆比鉛筆少幾支）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前後變化：同一個量在事情前後各畫一條（例：打折前與打折後的價格）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31596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依題目情境挑一種畫法，不要混用。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特殊數學應用專題．L1 比例與分配．資源班課堂簡報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接下來，學怎麼從題目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找出關鍵字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高三數學．第1章 特殊數學應用專題．L1 比例與分配．資源班課堂簡報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三個容易踩錯的陷阱詞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「甲比乙多3倍」＝甲是乙的3倍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甲是乙的 4 倍（乙畫1格，甲畫4格）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先打9折再打85折＝打(9+8.5)折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要連乘：0.9×0.85＝0.765，即76.5折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錄取率25%，分母是錄取人數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分母是報考人數（全體），不是錄取人數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特殊數學應用專題．L1 比例與分配．資源班課堂簡報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範例：完整走一次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文具店賣出原子筆與鉛筆共63支，原子筆是鉛筆的3/4，問原子筆比鉛筆少賣多少支？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原子筆比鉛筆少賣了多少支？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共 63 支；原子筆是鉛筆的 3/4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鉛筆4格、原子筆3格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3u + 4u = 63 → u = 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4u − 3u = 9（支）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27+36=63 ✓　27/36=3/4 ✓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答：少賣 9 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特殊數學應用專題．L1 比例與分配．資源班課堂簡報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自己動手時的四個動作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讀題，圈關鍵字（一般畫單底線、陷阱詞畫雙底線）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決定哪個量畫最少格，其餘照倍數堆同樣大小的格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數出總格數，用「總量 ÷ 總格數」求一格等於多少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看清楚問題問哪一段，乘回去，寫上單位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特殊數學應用專題．L1 比例與分配．資源班課堂簡報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進入練習，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老師陪你做第一題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高三數學．第1章 特殊數學應用專題．L1 比例與分配．資源班課堂簡報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 第1題．老師示範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文具店原子筆與鉛筆共72支，原子筆是鉛筆的5/7，問鉛筆有多少支？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原子筆是鉛筆的 5/7 → 原子筆畫5格，鉛筆畫7格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合共 5+7=12 格，對應72支：12u=72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u = 72÷12 = 6（支）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鉛筆 = 7u = 7×6 = 42（支）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19472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1091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⚠ 問的是「鉛筆」，不是原子筆，也不是一格的值 u。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特殊數學應用專題．L1 比例與分配．資源班課堂簡報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甲乙兩箱蘋果共96個，甲箱是乙箱的3/5，問甲箱比乙箱少多少個？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（條形圖框已畫好，只要填數字）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獎金84000元按2:3:7分給甲乙丙三部門，問分得最多的比最少的多多少元？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（只給空白格線，自己分段）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A店：定價先打9折再打85折；B店：先減價20%再打9折。哪間比較便宜？便宜定價的百分之幾？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（不給圖，自己畫自己列式）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高三數學．第1章 特殊數學應用專題．L1 比例與分配．資源班課堂簡報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先畫圖數格數，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再用「總量÷總格數」求一格，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最後乘回去。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看到「共」就加、看到「比多」就減，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畫格子數一數就知道答案。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高三數學．第1章 特殊數學應用專題．L1 比例與分配．資源班課堂簡報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