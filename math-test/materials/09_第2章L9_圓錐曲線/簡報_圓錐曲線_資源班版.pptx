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解析幾何（二）圓錐曲線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資源班課堂教學．三張圓錐曲線提示卡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先學識：一眼分辨橢圓、雙曲線、拋物線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認識《三張圓錐曲線提示卡》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五個範例，把提示卡同手順卡用足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認清三個最容易撞板嘅混淆位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唔畫圖，淨係話你知一個數：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離心率 e = 1.5，你講得出係邊種曲線嗎？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橢圓（0&lt;e&lt;1）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拋物線（e=1）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雙曲線（e&gt;1）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提示：離心率將三種曲線分開三段，中間冇重疊。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三張提示卡：一欄一張卡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①橢圓提示卡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觸發語：相加=1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a²＝較大嗰個分母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長軸跟大分母走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c²=a²-b²（相減）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e 界乎 0 與 1 之間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②雙曲線提示卡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觸發語：相減=1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a²＝減號前嗰分母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（唔使比大小）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c²=a²+b²（相加）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e 大過 1，有漸近線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③拋物線提示卡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觸發語：得一個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變數係二次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嗰個變數決定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開口方向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冇a、b、c；e＝1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點樣一眼分辨三種曲線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先睇加減：兩項相加=1→橢圓；相減=1→雙曲線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淨係一個變數係二次→拋物線（唔使諗a、b、c）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兩個分母相等→圓（橢圓嘅特殊情況，e=0）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有畀e：0&lt;e&lt;1橢圓、e=1拋物線、e&gt;1雙曲線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動筆前，先用呢張表分類，先揀啱嗰張提示卡。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接下來，拆解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三個最常見嘅撞板位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a＝第一個分母（x²嗰項）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a²＝較大嗰個分母，唔理邊個字母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雙曲線 c²=a²-b²（同橢圓一樣）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雙曲線 c²=a²+b²（相加，同橢圓相反）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見到「相加=1」即刻答橢圓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先睇兩個分母是否相等，相等即係圓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範例：雙曲線四個量全部求齊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雙曲線 x²/16-y²/9=1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求 a、b、c、e 同漸近線方程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 a、b、c、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離心率 e、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漸近線方程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減號前面係x²項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分母16喺x²下面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分母9喺y²下面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a²=16→a=4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b²=9→b=3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c²=a²+b²=25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→c=5，e=5/4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e=1.25&gt;1 ✔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漸近線 y=±¾x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（b/a，唔係a/b）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先分類：相加／相減／得一個二次／兩分母相等？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揀返啱嗰張提示卡，記低a²、b²喺邊一項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套返a、b、c關係式：橢圓減、雙曲線加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check答案：e範圍啱唔啱？漸近線寫啱未？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唔識揀邊張卡？即刻問自己：呢條係加定減？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最後，進入練習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判斷四條方程／條件 (a)-(d) 各屬邊種曲線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x²/36+y²/16=1：兩項相加=1 → 橢圓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y²-x²/4=1：兩項相減=1 → 雙曲線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(c) y=3x²+2x-1：得 x 係二次 → 拋物線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(d) e=1.5：e&gt;1 → 雙曲線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四種判斷方法都揀啱，先至識揀返邊張提示卡。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求橢圓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x²/100+y²/64=1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的 a、b、c、e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鷹架：提示卡喺手邊，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跟卡逐步做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雙曲線 x²/9-y²/16=1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求a、b、c、漸近線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P到一焦點=2，求另一個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鷹架：手順卡開頭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列返觸發語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求經過P(3,4√2)、與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x²/9-y²/16=1同漸近線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嘅雙曲線方程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鷹架：卡片已收起，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自己記步驟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睇到方程，先問自己：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係加定減？定得一個二次？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相加=1橢圓；相減=1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雙曲線；一個變數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二次=拋物線。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中學基礎數學應用．L9 解析幾何（二）圓錐曲線．資源班課堂簡報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