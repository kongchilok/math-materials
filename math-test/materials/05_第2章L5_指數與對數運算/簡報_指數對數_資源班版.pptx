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FFFFFF"/>
                </a:solidFill>
                <a:latin typeface="Microsoft JhengHei"/>
                <a:ea typeface="Microsoft JhengHei"/>
              </a:rPr>
              <a:t>高三數學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9441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Microsoft JhengHei"/>
                <a:ea typeface="Microsoft JhengHei"/>
              </a:rPr>
              <a:t>指數律與對數運算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6858000" cy="82296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297680"/>
            <a:ext cx="6400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資源班課堂教學．對數運算四步卡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高三數學．第2章 中學基礎數學應用．L5 指數律與對數運算．資源班課堂簡報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今天要做的四件事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16916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8105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對數是甚麼？先弄清楚定義同邊界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517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4440" y="26060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27249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認識《對數運算四步卡》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5661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35204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36393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四個範例，把四步卡用足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05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44348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45537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認清幾個最容易錯的寫法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中學基礎數學應用．L5 指數律與對數運算．資源班課堂簡報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先想一想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11094415" cy="146304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4577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1A1A1A"/>
                </a:solidFill>
                <a:latin typeface="Microsoft JhengHei"/>
                <a:ea typeface="Microsoft JhengHei"/>
              </a:rPr>
              <a:t>唔用計算機，你點知邊個大？</a:t>
            </a:r>
          </a:p>
          <a:p>
            <a:pPr algn="l">
              <a:lnSpc>
                <a:spcPct val="130000"/>
              </a:lnSpc>
            </a:pPr>
            <a:r>
              <a:rPr sz="2400" b="1">
                <a:solidFill>
                  <a:srgbClr val="1A1A1A"/>
                </a:solidFill>
                <a:latin typeface="Microsoft JhengHei"/>
                <a:ea typeface="Microsoft JhengHei"/>
              </a:rPr>
              <a:t>2 的 32 次方　定　4 的 31 次方？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34747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5204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2 的 32 次方較大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2062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4 的 31 次方較大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8463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8920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一樣大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5216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444444"/>
                </a:solidFill>
                <a:latin typeface="Microsoft JhengHei"/>
                <a:ea typeface="Microsoft JhengHei"/>
              </a:rPr>
              <a:t>提示：可唔可以將兩個數化成同一個底，再比次方？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中學基礎數學應用．L5 指數律與對數運算．資源班課堂簡報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對數是甚麼：定義、特徵、例子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①定義（自己的話）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log_a N=k 讀作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「a 的幾多次方等於 N」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例：log₂8 問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「2 的幾多次方=8」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答案 3，即 log₂8=3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8218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38218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②特徵（四條件）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8218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1098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①底數 a&gt;0 且 a≠1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②真數 N&gt;0（負數或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0 都無對數）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③結果 k 可正可負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④log_aN=k ⇔ a^k=N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7796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27796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③例與非例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0676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合法：log₂8=3、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log₂₅1=0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不合法：log₂(-8)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（違反②）、log₁5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（違反①）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中學基礎數學應用．L5 指數律與對數運算．資源班課堂簡報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對數運算四步卡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75564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1. 同底：log 化成同一個底，不同底用換底公式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3288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2. 合併：用運算律把幾個 log 併成一個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31012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3. 標準式：化成 log_a N=k，兩邊各剩一項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06908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08736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4. 還原：改寫成 a^k=N，解出答案後驗真數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983480"/>
            <a:ext cx="11094415" cy="5943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093208"/>
            <a:ext cx="10637215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任何一條有 log 的題目，都由第 1 步做起。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中學基礎數學應用．L5 指數律與對數運算．資源班課堂簡報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743200"/>
            <a:ext cx="99971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接下來，比一比</a:t>
            </a:r>
          </a:p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幾個容易寫錯的地方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高三數學．第2章 中學基礎數學應用．L5 指數律與對數運算．資源班課堂簡報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常見錯法對照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log2+log5=log7（真數相加）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3007" y="17373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15887" y="18288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log2+log5=log10=1（真數相乘）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089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2log3=log6（係數乘入真數）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31089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5887" y="32004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2log3=log9（係數變次方）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4805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logM／logN=log(M／N)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44805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5887" y="45720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logM／logN=log_N M（換底公式）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中學基礎數學應用．L5 指數律與對數運算．資源班課堂簡報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範例：對數方程四步全用上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11094415" cy="5943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</a:rPr>
              <a:t>解方程 log(x-3)+log x=1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問什麼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求出 x 的值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（要滿足原方程的解）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219456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3007" y="219456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已知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265176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5887" y="274320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兩個 log 都無寫底數，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即都以 10 為底，已同底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9768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29768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策略算式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5488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84632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合併：log[x(x-3)]=1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標準式：log₁₀(x²-3x)=1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還原：x²-3x=10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429768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3007" y="429768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解答驗算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75488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5887" y="484632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x²-3x-10=0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(x-5)(x+2)=0，x=5或-2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x=-2 使 x-3&lt;0，捨去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∴ x=5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中學基礎數學應用．L5 指數律與對數運算．資源班課堂簡報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自己動手時的四個動作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75564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檢查所有 log 是否同底，不同底就換底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3288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用運算律合併：相加→相乘、相減→相除、係數→次方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31012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化成標準式 log_a N=k，兩邊各剩一項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06908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08736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還原成 a^k=N 解出答案，逐個代回驗真數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983480"/>
            <a:ext cx="11094415" cy="5943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093208"/>
            <a:ext cx="10637215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方程題的話，驗真數是解題的一部分，不是選做。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中學基礎數學應用．L5 指數律與對數運算．資源班課堂簡報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743200"/>
            <a:ext cx="99971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進入練習，</a:t>
            </a:r>
          </a:p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老師陪你做第一題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高三數學．第2章 中學基礎數學應用．L5 指數律與對數運算．資源班課堂簡報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練習A 第1題．老師示範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11094415" cy="73152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1063721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判斷 log₃81、log₂(-8)、log₁5、log₄₀1 是否有意義，</a:t>
            </a:r>
          </a:p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有意義的求出值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60320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542032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(a) 3⁴=81，底數真數皆合法 → log₃81=4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127248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108960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(b) 真數 -8&lt;0，違反特徵②，無意義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694176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675888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(c) 底數是 1，違反特徵①，無意義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61104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4242816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(d) 40⁰=1，底數真數皆合法 → log₄₀1=0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919472"/>
            <a:ext cx="11094415" cy="54864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010912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</a:rPr>
              <a:t>⚠ 答「無意義」仲要寫出違反第幾個特徵，先算完整。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中學基礎數學應用．L5 指數律與對數運算．資源班課堂簡報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換你做：練習A／B／C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★☆☆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計算 log4+log25 的值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鷹架：四步卡印在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題目旁邊，照住做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8218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38218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8218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★★☆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2810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設 log2=a、log3=b，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用 a、b 表示 log12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鷹架：四步卡只喺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區塊開頭印一次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7796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7796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★★★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6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2388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解方程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4^(x+4)-2×2^(x+4)=-1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鷹架：卡片已收起，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步驟要自己記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中學基礎數學應用．L5 指數律與對數運算．資源班課堂簡報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DDE8E4"/>
                </a:solidFill>
                <a:latin typeface="Microsoft JhengHei"/>
                <a:ea typeface="Microsoft JhengHei"/>
              </a:rPr>
              <a:t>帶走一句話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944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</a:rPr>
              <a:t>對數只是指數的另一種寫法，</a:t>
            </a:r>
          </a:p>
          <a:p>
            <a:pPr algn="l">
              <a:lnSpc>
                <a:spcPct val="130000"/>
              </a:lnSpc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</a:rPr>
              <a:t>四步做完記得驗真數。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749039"/>
            <a:ext cx="11094415" cy="15544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保底版（至少要能說出的一句）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</a:rPr>
              <a:t>log 問「幾多次方」；</a:t>
            </a: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</a:rPr>
              <a:t>四步：同底→合併→</a:t>
            </a: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</a:rPr>
              <a:t>標準式→驗真數。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高三數學．第2章 中學基礎數學應用．L5 指數律與對數運算．資源班課堂簡報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