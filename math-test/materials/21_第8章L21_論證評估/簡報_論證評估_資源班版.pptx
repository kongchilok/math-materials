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L21　論證評估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資源班課堂簡報｜D6 我做→我們做→你做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今日要做嘅4件事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拆解論證：搵結論、搵論據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認識三種關係：支持／削弱／無關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老師示範一題，一齊核對練習A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自己挑戰練習B、C三層任務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先估估：邊項最能支持佢？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超市大減價，賣越多蝕越多，經理仍然堅持要做。邊項最能支持佢嘅決定？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薄利多銷有利於提高超市銷售收入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物美價廉嘅商品更受消費者歡迎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擴大知名度對新開幕嘅超市好重要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提示：邊句解釋到『明知蝕本都要做』呢個關鍵？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一個共通動作：搵結論、搵論據、判選項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①搵結論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結論係：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經理決定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堅持促銷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（明知會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蝕本）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②搵論據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論據係：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賣得越多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蝕得越多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（題目已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經話低）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③判選項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問自己：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邊個解釋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到『明知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蝕都做』？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答案：C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擴大知名度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換長期客源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三種論證關係（弗雷爾模型）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支持：畀新理由，令結論更可信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削弱：畀相反事實，令結論減可信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無關：睇落有關，其實冇提供理由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訣竅：問『呢句令結論更/更唔可信？』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呢張表全程可以睇，唔使死記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識咗三種關係，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而家一齊核對第一題。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3個常見中招位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見到字眼有關就當支持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要諗係咪令結論更可信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淨係揀『聽落最合理』嗰個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要逐個排除，講得出點解唔啱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唔理有冇第二個解釋原因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因果題要諗吓混淆變數先落結論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深堂示範：仲有冇第二個解釋？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同學話：『尋晚溫書到夜晚兩點，今日測驗實考得好。』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邊項最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能削弱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佢嘅講法？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結論:測驗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考得好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論據:溫到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夜晚兩點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諗:淨係『溫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得耐』係咪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就一定考得好？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例如:瞓少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過4粒鐘,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專注力低,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屬於削弱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自己動手時嘅4個動作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搵出結論同論據，唔淨係睇印象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逐個選項判斷：支持/削弱/無關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講得出點解其餘選項唔啱先算識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因果題額外問：仲有冇第二個解釋？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每題做完，返嚟核對呢張清單先過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睇完規則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而家嚟做一條真題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示範：練習A 第1題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老闆話：生意升兩成，證明出品更受歡迎。邊項最能削弱？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第一步:搵結論—出品更受歡迎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第二步:搵論據—生意額升兩成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第三步:問—仲有冇第二個解釋？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A.食物全部加價一成——正是解釋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答案:A，削弱(升幅可能只係加價)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B、C、D都同『升幅原因』無關，屬無關選項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輪到你：練習A／B／C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A電訊:每日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500MB,唔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可以儲低。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邊句廣告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最啱佢？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提示:諗『每日』呢點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十字路口工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程後，事故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反而增加，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係咪工程嘅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錯？提示:諗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吓仲有咩因素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研究話:咖啡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因可控制血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糖，未來可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取代胰島素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注射。邊項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最支持呢個結論？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見到選項，問自己：呢句令結論更可信、更唔可信，定完全冇關？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支持=畀新理由；削弱=畀相反事實；無關=睇落有關其實冇理由。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高三數學．第8章 語文與邏輯推理(三)．L21 論證評估．資源班課堂簡報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