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icrosoft JhengHei"/>
                <a:ea typeface="Microsoft JhengHei"/>
              </a:rPr>
              <a:t>高三數學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數列與級數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6858000" cy="82296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資源班課堂教學．四張數列手順卡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中學基礎數學應用．L13 數列與級數．資源班課堂簡報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今天要做的四件事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916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先分清楚：呢串數係加嘅定係乘嘅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6060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認識《四張數列手順卡》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393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五個範例，逐張卡用一次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認清「漏咗+1」呢個最貴嘅陷阱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中學基礎數學應用．L13 數列與級數．資源班課堂簡報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先諗一諗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唔好心算，睇清楚呢串數：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1/2, 1/4, 1/6, 1/8, ⋯ 係邊一種數列？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等差數列（差固定）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等比數列（商固定）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兩種都唔係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44444"/>
                </a:solidFill>
                <a:latin typeface="Microsoft JhengHei"/>
                <a:ea typeface="Microsoft JhengHei"/>
              </a:rPr>
              <a:t>提示：連續計兩次相減，再計兩次相除，睇到第三項先落判斷。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中學基礎數學應用．L13 數列與級數．資源班課堂簡報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先分清楚：等差 定 等比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①等差數列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後項減前項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差都一樣＝d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a_n=a₁+(n-1)d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S_n=n(a₁+a_n)/2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例：3,7,11,15…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②等比數列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後項除前項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商都一樣＝r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a_n=a₁×r^(n-1)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S_n=a₁(r^n-1)/(r-1)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例：2,6,18,54…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③三十秒判斷法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先相減：差都同→等差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唔同就試埋相除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商都同→等比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兩個都唔同：兩種都唔係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睇到第三項先落筆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中學基礎數學應用．L13 數列與級數．資源班課堂簡報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點樣揀啱嗰張手順卡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相減幾次，差都一樣 → 揀卡一或卡二（等差）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相除幾次，商都一樣 → 揀卡三（等比）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見到「用數學歸納法證明」→ 揀卡四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兩種都唔啱？分開睇分子同分母，規律通常喺度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認錯咗種類，後面計得幾啱都無用——睇清楚先好落筆。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中學基礎數學應用．L13 數列與級數．資源班課堂簡報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接下來，睇清楚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三個最貴嘅計算陷阱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中學基礎數學應用．L13 數列與級數．資源班課堂簡報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常見錯法對照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1/2,1/4,1/6…照答係等比數列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887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商唔一致就唔係等比，睇分母嘅規律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n=(末項-首項)/d，答案唔加1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n=(末-首)/d +1，唔該加返起點嗰項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(-1/2)⁹計漏負號，答1/512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奇數次方留負號，正確答案係負數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中學基礎數學應用．L13 數列與級數．資源班課堂簡報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範例：兩項求首項（等比）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等比數列第三項=1，</a:t>
            </a:r>
          </a:p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第八項=-1/32，求首項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問什麼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求首項 a₁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（等比數列）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已知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第三項 a₃=1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第八項 a₈=-1/32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策略算式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a₈/a₃=r^5=-1/32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r=-1/2（五次方留負號）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a₃=a₁r²=1→a₁=4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解答驗算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數列：4,-2,1,-1/2…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第三項=1 ✔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第八項=-1/32 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中學基礎數學應用．L13 數列與級數．資源班課堂簡報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自己動手時嘅四個動作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先相減、再相除，定係邊一種數列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揀啱嗰張手順卡，定a₁同d（或r）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寫返公式，指數／係數用n-1，唔係n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計完番去驗，代個已知項check啱唔啱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唔記得用邊條公式？睇返速查表嗰行「題目長成點」。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中學基礎數學應用．L13 數列與級數．資源班課堂簡報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最後，入返練習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老師陪你做第一題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中學基礎數學應用．L13 數列與級數．資源班課堂簡報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練習A 第1題．老師示範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(a) 3,7,11,15…係等差定等比？求第20項</a:t>
            </a:r>
          </a:p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(b) 2,6,18,54…係等差定等比？求第6項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(a) 7-3=4=11-7，差都一樣 → 等差，d=4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(a) a₂₀=a₁+19d=3+76=79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(b) 6÷2=18÷6=3，商都一樣 → 等比，r=3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242816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(b) a₆=a₁r⁵=2×243=486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19472"/>
            <a:ext cx="11094415" cy="54864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1091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指數／係數用n-1：第20項係19、第6項係5，唔係20同6。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中學基礎數學應用．L13 數列與級數．資源班課堂簡報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換你做：練習A／B／C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★☆☆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 5+9+13+⋯+101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嘅和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鷹架：手順卡二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擺喺手邊跟住做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8218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四個數成等差，和=52，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第四項比第一項大18，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求呢四個數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鷹架：手順卡收埋一半，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自己諗埋步驟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等比數列2,6,18,⋯,1458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(a)共幾項？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(b)求全部項嘅和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鷹架：卡片已收埋，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自己記步驟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中學基礎數學應用．L13 數列與級數．資源班課堂簡報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DDE8E4"/>
                </a:solidFill>
                <a:latin typeface="Microsoft JhengHei"/>
                <a:ea typeface="Microsoft JhengHei"/>
              </a:rPr>
              <a:t>帶走一句話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睇到數列，先諗：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係加同一個數，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定係乘同一個數？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749039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保底版（至少要能說出的一句）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等差加d，等比乘r；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指數／係數用n-1；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代番已知項check啱。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中學基礎數學應用．L13 數列與級數．資源班課堂簡報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