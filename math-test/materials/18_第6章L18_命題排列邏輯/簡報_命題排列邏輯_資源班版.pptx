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Microsoft JhengHei"/>
                <a:ea typeface="Microsoft JhengHei"/>
              </a:rPr>
              <a:t>高三數學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命題排列邏輯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6858000" cy="82296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資源班課堂教學．排位工作區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高三數學．第6章 語文與邏輯推理(一)．L18 命題排列邏輯．資源班課堂簡報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今天要做的四件事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6916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105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先想一想：一條排位謎題考起你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6060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249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認識《排位工作區》點樣用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204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6393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兩個範例，逐條件填工作區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4348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換你做：練習A／B／C，工作區逐層減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高三數學．第6章 語文與邏輯推理(一)．L18 命題排列邏輯．資源班課堂簡報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先想一想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94415" cy="146304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甲、乙、丙三人考試，名次無並列。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已知乙贏咗丙，甲贏咗乙。邊個排第一？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甲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乙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444444"/>
                </a:solidFill>
                <a:latin typeface="Microsoft JhengHei"/>
                <a:ea typeface="Microsoft JhengHei"/>
              </a:rPr>
              <a:t>呢條唔難答。如果人數同條件加到5個，你仲記唔記得晒？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高三數學．第6章 語文與邏輯推理(一)．L18 命題排列邏輯．資源班課堂簡報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範例完整走一次：邊個排第三？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①逐條寫工作區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條件①：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小明&gt;小華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（小明喺前）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即刻寫落工作區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②接連成一條鏈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條件②：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小芳&gt;小明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小強&gt;小芳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接落原本嘅鏈：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小強&gt;小芳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&gt;小明&gt;小華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6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③讀出排位＋核對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條件③：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小玲&gt;小強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接晒全部條件：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小玲&gt;小強&gt;小芳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&gt;小明&gt;小華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4個關係冇缺位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第三＝小芳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高三數學．第6章 語文與邏輯推理(一)．L18 命題排列邏輯．資源班課堂簡報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排位工作區：三個核心動作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讀一個條件，即刻喺工作區寫低，唔好淨係喺腦度諗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新條件同已寫低嘅內容接連，砌成一條鏈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條件全部讀晒，先一次過睇結果，讀出排位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用自我核對清單，逐條件代返去驗證答案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讀晒先睇結果，唔好讀一半就急住落答案。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高三數學．第6章 語文與邏輯推理(一)．L18 命題排列邏輯．資源班課堂簡報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接下來，拆解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三個最常見嘅撞板位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高三數學．第6章 語文與邏輯推理(一)．L18 命題排列邏輯．資源班課堂簡報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常見錯法對照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淨係喺腦度記，唔寫落工作區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5887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讀一個條件就即刻寫落工作區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照題目次序死讀，唔識掉序接駁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邊條件接得落，就揀邊條先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有答案就收工，冇代返去核對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答案要逐條件代返去驗證先實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高三數學．第6章 語文與邏輯推理(一)．L18 命題排列邏輯．資源班課堂簡報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另一個範例：配對推理點做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小明、小華、小芳三人各撑一種波</a:t>
            </a:r>
          </a:p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（籃球／羽毛球／乒乓球）。小明唔打</a:t>
            </a:r>
          </a:p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籃球，小華打羽毛球。邊個打籃球？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問什麼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問乜嘢？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邊個打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籃球？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已知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小明唔打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籃球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小華打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羽毛球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策略算式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羽毛球＝小華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籃球淨返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小明／小芳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小明唔打籃球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解答驗算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所以小芳打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籃球，小明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打乒乓球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代番去冇矛盾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高三數學．第6章 語文與邏輯推理(一)．L18 命題排列邏輯．資源班課堂簡報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自己動手時的四個動作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讀一個條件就即刻寫落工作區，唔淨係喺腦度諗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新條件接落已有嘅鏈，睇清邊個前邊個後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讀晒全部條件先落答案，一個都唔漏用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答案代返去逐條件檢查，全部仍然成立先收貨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淨係啱一兩個條件唔算，要全部條件都啱先收貨。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高三數學．第6章 語文與邏輯推理(一)．L18 命題排列邏輯．資源班課堂簡報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最後，換你做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老師先陪你行一題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高三數學．第6章 語文與邏輯推理(一)．L18 命題排列邏輯．資源班課堂簡報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練習A 第1題．老師示範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A1．甲乙丙丁圍圈拉手，甲不在乙隔籬。</a:t>
            </a:r>
          </a:p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邊個陳述一定啱？（答案：A．乙喺丁隔籬）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42032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甲嘅對角＝乙（因為甲唔喺乙隔籬）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127248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08960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甲嘅兩個鄰居淨返丙、丁兩位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75888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排列：甲－丙－乙－丁－甲（或鏡像）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61104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242816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乙嘅鄰居係丙同丁，「乙喺丁隔籬」恆成立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828032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809744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丙嘅鄰居淨係甲同乙，唔一定同丁隔籬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86400"/>
            <a:ext cx="11094415" cy="54864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778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答案：A。丙喺丁隔籬唔一定啱，唔好淨睇一種排法。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高三數學．第6章 語文與邏輯推理(一)．L18 命題排列邏輯．資源班課堂簡報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換你做：練習A／B／C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★☆☆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甲乙丙丁賽跑，①乙快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過丙②甲快過乙③丙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快過丁。邊個包尾？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鷹架：工作區印喺題目度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8218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甲乙丙丁戊五人賽跑，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①丙快過丁②戊比甲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快、比丙慢③乙比丁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快、比戊慢。求前三名？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鷹架：格仔冇印，自己畫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C5．六色小屋住六國人，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完整5個條件見練習卷。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求：德國人住邊種顏色？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鷹架：完全冇工作區，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自己喺白紙度畫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高三數學．第6章 語文與邏輯推理(一)．L18 命題排列邏輯．資源班課堂簡報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DDE8E4"/>
                </a:solidFill>
                <a:latin typeface="Microsoft JhengHei"/>
                <a:ea typeface="Microsoft JhengHei"/>
              </a:rPr>
              <a:t>帶走一句話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唔靠記性，靠工作區：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讀一條、寫一格，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讀晒先睇結果。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749039"/>
            <a:ext cx="11094415" cy="1554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保底版（至少要能說出的一句）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讀到條件就即刻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寫落工作區，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唔好淨係喺腦度諗。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高三數學．第6章 語文與邏輯推理(一)．L18 命題排列邏輯．資源班課堂簡報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